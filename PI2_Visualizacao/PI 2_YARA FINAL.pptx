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74" r:id="rId3"/>
    <p:sldId id="257" r:id="rId4"/>
    <p:sldId id="275" r:id="rId5"/>
    <p:sldId id="258" r:id="rId6"/>
    <p:sldId id="259" r:id="rId7"/>
    <p:sldId id="260" r:id="rId8"/>
    <p:sldId id="276" r:id="rId9"/>
    <p:sldId id="264" r:id="rId10"/>
    <p:sldId id="262" r:id="rId11"/>
    <p:sldId id="265" r:id="rId12"/>
    <p:sldId id="266" r:id="rId13"/>
    <p:sldId id="267" r:id="rId14"/>
    <p:sldId id="268" r:id="rId15"/>
    <p:sldId id="269" r:id="rId16"/>
    <p:sldId id="270" r:id="rId17"/>
    <p:sldId id="278" r:id="rId18"/>
    <p:sldId id="272" r:id="rId19"/>
    <p:sldId id="279" r:id="rId20"/>
    <p:sldId id="280" r:id="rId21"/>
    <p:sldId id="281" r:id="rId22"/>
    <p:sldId id="283" r:id="rId23"/>
    <p:sldId id="284" r:id="rId24"/>
    <p:sldId id="285" r:id="rId25"/>
    <p:sldId id="286" r:id="rId26"/>
    <p:sldId id="287" r:id="rId27"/>
  </p:sldIdLst>
  <p:sldSz cx="18288000" cy="10287000"/>
  <p:notesSz cx="6858000" cy="9144000"/>
  <p:embeddedFontLst>
    <p:embeddedFont>
      <p:font typeface="Arimo" panose="020B0604020202020204" charset="0"/>
      <p:regular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Montserrat Bold" panose="00000800000000000000" charset="0"/>
      <p:regular r:id="rId34"/>
    </p:embeddedFont>
    <p:embeddedFont>
      <p:font typeface="Montserrat Semi-Bold" panose="020B0604020202020204" charset="0"/>
      <p:regular r:id="rId35"/>
    </p:embeddedFont>
    <p:embeddedFont>
      <p:font typeface="Open Sans" panose="020B0606030504020204" pitchFamily="34" charset="0"/>
      <p:regular r:id="rId36"/>
    </p:embeddedFont>
    <p:embeddedFont>
      <p:font typeface="Open Sans Bold" panose="020B0806030504020204" charset="0"/>
      <p:regular r:id="rId37"/>
    </p:embeddedFont>
    <p:embeddedFont>
      <p:font typeface="Open Sans Bold Italics" panose="020B0604020202020204" charset="0"/>
      <p:regular r:id="rId38"/>
    </p:embeddedFont>
    <p:embeddedFont>
      <p:font typeface="TT Chocolates Bold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B58B5-0424-4A42-9ED8-758C14380AA2}" v="81" dt="2024-11-29T19:56:52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116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ória Lisauskas" userId="22672d7d4d485472" providerId="LiveId" clId="{1B2B58B5-0424-4A42-9ED8-758C14380AA2}"/>
    <pc:docChg chg="undo redo custSel addSld delSld modSld sldOrd">
      <pc:chgData name="Vitória Lisauskas" userId="22672d7d4d485472" providerId="LiveId" clId="{1B2B58B5-0424-4A42-9ED8-758C14380AA2}" dt="2024-11-29T19:56:59.483" v="1867" actId="1076"/>
      <pc:docMkLst>
        <pc:docMk/>
      </pc:docMkLst>
      <pc:sldChg chg="modSp mod">
        <pc:chgData name="Vitória Lisauskas" userId="22672d7d4d485472" providerId="LiveId" clId="{1B2B58B5-0424-4A42-9ED8-758C14380AA2}" dt="2024-11-29T18:09:11.836" v="0" actId="1076"/>
        <pc:sldMkLst>
          <pc:docMk/>
          <pc:sldMk cId="0" sldId="256"/>
        </pc:sldMkLst>
        <pc:spChg chg="mod">
          <ac:chgData name="Vitória Lisauskas" userId="22672d7d4d485472" providerId="LiveId" clId="{1B2B58B5-0424-4A42-9ED8-758C14380AA2}" dt="2024-11-29T18:09:11.836" v="0" actId="1076"/>
          <ac:spMkLst>
            <pc:docMk/>
            <pc:sldMk cId="0" sldId="256"/>
            <ac:spMk id="13" creationId="{00000000-0000-0000-0000-000000000000}"/>
          </ac:spMkLst>
        </pc:spChg>
      </pc:sldChg>
      <pc:sldChg chg="addSp delSp modSp mod">
        <pc:chgData name="Vitória Lisauskas" userId="22672d7d4d485472" providerId="LiveId" clId="{1B2B58B5-0424-4A42-9ED8-758C14380AA2}" dt="2024-11-29T18:52:27.125" v="648" actId="478"/>
        <pc:sldMkLst>
          <pc:docMk/>
          <pc:sldMk cId="0" sldId="257"/>
        </pc:sldMkLst>
        <pc:spChg chg="mod">
          <ac:chgData name="Vitória Lisauskas" userId="22672d7d4d485472" providerId="LiveId" clId="{1B2B58B5-0424-4A42-9ED8-758C14380AA2}" dt="2024-11-29T18:26:55.167" v="639" actId="20577"/>
          <ac:spMkLst>
            <pc:docMk/>
            <pc:sldMk cId="0" sldId="257"/>
            <ac:spMk id="9" creationId="{00000000-0000-0000-0000-000000000000}"/>
          </ac:spMkLst>
        </pc:spChg>
        <pc:spChg chg="add del mod">
          <ac:chgData name="Vitória Lisauskas" userId="22672d7d4d485472" providerId="LiveId" clId="{1B2B58B5-0424-4A42-9ED8-758C14380AA2}" dt="2024-11-29T18:52:27.125" v="648" actId="478"/>
          <ac:spMkLst>
            <pc:docMk/>
            <pc:sldMk cId="0" sldId="257"/>
            <ac:spMk id="15" creationId="{76A6D016-4F5F-748C-4A4E-8C78D013A29D}"/>
          </ac:spMkLst>
        </pc:spChg>
      </pc:sldChg>
      <pc:sldChg chg="modTransition">
        <pc:chgData name="Vitória Lisauskas" userId="22672d7d4d485472" providerId="LiveId" clId="{1B2B58B5-0424-4A42-9ED8-758C14380AA2}" dt="2024-11-29T19:48:24.045" v="1812"/>
        <pc:sldMkLst>
          <pc:docMk/>
          <pc:sldMk cId="0" sldId="258"/>
        </pc:sldMkLst>
      </pc:sldChg>
      <pc:sldChg chg="modTransition">
        <pc:chgData name="Vitória Lisauskas" userId="22672d7d4d485472" providerId="LiveId" clId="{1B2B58B5-0424-4A42-9ED8-758C14380AA2}" dt="2024-11-29T19:48:44.676" v="1814"/>
        <pc:sldMkLst>
          <pc:docMk/>
          <pc:sldMk cId="0" sldId="260"/>
        </pc:sldMkLst>
      </pc:sldChg>
      <pc:sldChg chg="delSp modSp add del mod ord">
        <pc:chgData name="Vitória Lisauskas" userId="22672d7d4d485472" providerId="LiveId" clId="{1B2B58B5-0424-4A42-9ED8-758C14380AA2}" dt="2024-11-29T18:58:16.104" v="675" actId="47"/>
        <pc:sldMkLst>
          <pc:docMk/>
          <pc:sldMk cId="0" sldId="261"/>
        </pc:sldMkLst>
        <pc:spChg chg="del mod">
          <ac:chgData name="Vitória Lisauskas" userId="22672d7d4d485472" providerId="LiveId" clId="{1B2B58B5-0424-4A42-9ED8-758C14380AA2}" dt="2024-11-29T18:57:30.922" v="668"/>
          <ac:spMkLst>
            <pc:docMk/>
            <pc:sldMk cId="0" sldId="261"/>
            <ac:spMk id="21" creationId="{00000000-0000-0000-0000-000000000000}"/>
          </ac:spMkLst>
        </pc:spChg>
      </pc:sldChg>
      <pc:sldChg chg="ord">
        <pc:chgData name="Vitória Lisauskas" userId="22672d7d4d485472" providerId="LiveId" clId="{1B2B58B5-0424-4A42-9ED8-758C14380AA2}" dt="2024-11-29T18:55:41.204" v="663"/>
        <pc:sldMkLst>
          <pc:docMk/>
          <pc:sldMk cId="0" sldId="262"/>
        </pc:sldMkLst>
      </pc:sldChg>
      <pc:sldChg chg="delSp del mod">
        <pc:chgData name="Vitória Lisauskas" userId="22672d7d4d485472" providerId="LiveId" clId="{1B2B58B5-0424-4A42-9ED8-758C14380AA2}" dt="2024-11-29T18:28:04.149" v="644" actId="2696"/>
        <pc:sldMkLst>
          <pc:docMk/>
          <pc:sldMk cId="0" sldId="263"/>
        </pc:sldMkLst>
        <pc:spChg chg="del">
          <ac:chgData name="Vitória Lisauskas" userId="22672d7d4d485472" providerId="LiveId" clId="{1B2B58B5-0424-4A42-9ED8-758C14380AA2}" dt="2024-11-29T18:27:49.207" v="643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Vitória Lisauskas" userId="22672d7d4d485472" providerId="LiveId" clId="{1B2B58B5-0424-4A42-9ED8-758C14380AA2}" dt="2024-11-29T18:27:47.140" v="642" actId="478"/>
          <ac:spMkLst>
            <pc:docMk/>
            <pc:sldMk cId="0" sldId="263"/>
            <ac:spMk id="3" creationId="{00000000-0000-0000-0000-000000000000}"/>
          </ac:spMkLst>
        </pc:spChg>
      </pc:sldChg>
      <pc:sldChg chg="ord">
        <pc:chgData name="Vitória Lisauskas" userId="22672d7d4d485472" providerId="LiveId" clId="{1B2B58B5-0424-4A42-9ED8-758C14380AA2}" dt="2024-11-29T18:55:20.394" v="661"/>
        <pc:sldMkLst>
          <pc:docMk/>
          <pc:sldMk cId="0" sldId="264"/>
        </pc:sldMkLst>
      </pc:sldChg>
      <pc:sldChg chg="modTransition">
        <pc:chgData name="Vitória Lisauskas" userId="22672d7d4d485472" providerId="LiveId" clId="{1B2B58B5-0424-4A42-9ED8-758C14380AA2}" dt="2024-11-29T19:49:06.425" v="1818"/>
        <pc:sldMkLst>
          <pc:docMk/>
          <pc:sldMk cId="0" sldId="265"/>
        </pc:sldMkLst>
      </pc:sldChg>
      <pc:sldChg chg="modTransition">
        <pc:chgData name="Vitória Lisauskas" userId="22672d7d4d485472" providerId="LiveId" clId="{1B2B58B5-0424-4A42-9ED8-758C14380AA2}" dt="2024-11-29T19:49:17.086" v="1820"/>
        <pc:sldMkLst>
          <pc:docMk/>
          <pc:sldMk cId="0" sldId="266"/>
        </pc:sldMkLst>
      </pc:sldChg>
      <pc:sldChg chg="addSp modSp mod modTransition">
        <pc:chgData name="Vitória Lisauskas" userId="22672d7d4d485472" providerId="LiveId" clId="{1B2B58B5-0424-4A42-9ED8-758C14380AA2}" dt="2024-11-29T19:55:10.983" v="1850" actId="1076"/>
        <pc:sldMkLst>
          <pc:docMk/>
          <pc:sldMk cId="0" sldId="267"/>
        </pc:sldMkLst>
        <pc:spChg chg="add mod">
          <ac:chgData name="Vitória Lisauskas" userId="22672d7d4d485472" providerId="LiveId" clId="{1B2B58B5-0424-4A42-9ED8-758C14380AA2}" dt="2024-11-29T19:55:00.038" v="1848" actId="208"/>
          <ac:spMkLst>
            <pc:docMk/>
            <pc:sldMk cId="0" sldId="267"/>
            <ac:spMk id="7" creationId="{0AA6D04C-7BD4-B5E3-0F5B-945994AF10E9}"/>
          </ac:spMkLst>
        </pc:spChg>
        <pc:spChg chg="add mod">
          <ac:chgData name="Vitória Lisauskas" userId="22672d7d4d485472" providerId="LiveId" clId="{1B2B58B5-0424-4A42-9ED8-758C14380AA2}" dt="2024-11-29T19:55:10.983" v="1850" actId="1076"/>
          <ac:spMkLst>
            <pc:docMk/>
            <pc:sldMk cId="0" sldId="267"/>
            <ac:spMk id="8" creationId="{1D078F6B-A7BC-70B1-F743-7993ABB5A033}"/>
          </ac:spMkLst>
        </pc:spChg>
      </pc:sldChg>
      <pc:sldChg chg="addSp modSp mod modTransition">
        <pc:chgData name="Vitória Lisauskas" userId="22672d7d4d485472" providerId="LiveId" clId="{1B2B58B5-0424-4A42-9ED8-758C14380AA2}" dt="2024-11-29T19:56:59.483" v="1867" actId="1076"/>
        <pc:sldMkLst>
          <pc:docMk/>
          <pc:sldMk cId="0" sldId="268"/>
        </pc:sldMkLst>
        <pc:spChg chg="add mod">
          <ac:chgData name="Vitória Lisauskas" userId="22672d7d4d485472" providerId="LiveId" clId="{1B2B58B5-0424-4A42-9ED8-758C14380AA2}" dt="2024-11-29T19:55:18.637" v="1852" actId="1076"/>
          <ac:spMkLst>
            <pc:docMk/>
            <pc:sldMk cId="0" sldId="268"/>
            <ac:spMk id="6" creationId="{71EB7281-96DF-E05D-6908-1B9261F9EE4D}"/>
          </ac:spMkLst>
        </pc:spChg>
        <pc:spChg chg="add mod">
          <ac:chgData name="Vitória Lisauskas" userId="22672d7d4d485472" providerId="LiveId" clId="{1B2B58B5-0424-4A42-9ED8-758C14380AA2}" dt="2024-11-29T19:56:48.089" v="1865" actId="1076"/>
          <ac:spMkLst>
            <pc:docMk/>
            <pc:sldMk cId="0" sldId="268"/>
            <ac:spMk id="7" creationId="{244B3405-8716-43C6-6891-B70AC7009569}"/>
          </ac:spMkLst>
        </pc:spChg>
        <pc:spChg chg="add mod">
          <ac:chgData name="Vitória Lisauskas" userId="22672d7d4d485472" providerId="LiveId" clId="{1B2B58B5-0424-4A42-9ED8-758C14380AA2}" dt="2024-11-29T19:56:59.483" v="1867" actId="1076"/>
          <ac:spMkLst>
            <pc:docMk/>
            <pc:sldMk cId="0" sldId="268"/>
            <ac:spMk id="8" creationId="{D262A2C3-F0A3-7CC7-0ECA-E5D59796FCFC}"/>
          </ac:spMkLst>
        </pc:spChg>
      </pc:sldChg>
      <pc:sldChg chg="addSp modSp mod modTransition">
        <pc:chgData name="Vitória Lisauskas" userId="22672d7d4d485472" providerId="LiveId" clId="{1B2B58B5-0424-4A42-9ED8-758C14380AA2}" dt="2024-11-29T19:55:37.797" v="1856" actId="1076"/>
        <pc:sldMkLst>
          <pc:docMk/>
          <pc:sldMk cId="0" sldId="269"/>
        </pc:sldMkLst>
        <pc:spChg chg="add mod">
          <ac:chgData name="Vitória Lisauskas" userId="22672d7d4d485472" providerId="LiveId" clId="{1B2B58B5-0424-4A42-9ED8-758C14380AA2}" dt="2024-11-29T19:55:32.303" v="1854" actId="1076"/>
          <ac:spMkLst>
            <pc:docMk/>
            <pc:sldMk cId="0" sldId="269"/>
            <ac:spMk id="7" creationId="{AB49A940-3686-CFE9-558E-AA9BE3710124}"/>
          </ac:spMkLst>
        </pc:spChg>
        <pc:spChg chg="add mod">
          <ac:chgData name="Vitória Lisauskas" userId="22672d7d4d485472" providerId="LiveId" clId="{1B2B58B5-0424-4A42-9ED8-758C14380AA2}" dt="2024-11-29T19:55:37.797" v="1856" actId="1076"/>
          <ac:spMkLst>
            <pc:docMk/>
            <pc:sldMk cId="0" sldId="269"/>
            <ac:spMk id="8" creationId="{601FB9BE-B7CE-14D4-FAE0-E2BF54EDE15A}"/>
          </ac:spMkLst>
        </pc:spChg>
      </pc:sldChg>
      <pc:sldChg chg="addSp modSp mod modTransition">
        <pc:chgData name="Vitória Lisauskas" userId="22672d7d4d485472" providerId="LiveId" clId="{1B2B58B5-0424-4A42-9ED8-758C14380AA2}" dt="2024-11-29T19:56:25.348" v="1863" actId="1076"/>
        <pc:sldMkLst>
          <pc:docMk/>
          <pc:sldMk cId="0" sldId="270"/>
        </pc:sldMkLst>
        <pc:spChg chg="add mod">
          <ac:chgData name="Vitória Lisauskas" userId="22672d7d4d485472" providerId="LiveId" clId="{1B2B58B5-0424-4A42-9ED8-758C14380AA2}" dt="2024-11-29T19:55:59.927" v="1858" actId="1076"/>
          <ac:spMkLst>
            <pc:docMk/>
            <pc:sldMk cId="0" sldId="270"/>
            <ac:spMk id="6" creationId="{BA1A6152-A023-6EDF-65B3-D261EB4637F6}"/>
          </ac:spMkLst>
        </pc:spChg>
        <pc:spChg chg="add mod">
          <ac:chgData name="Vitória Lisauskas" userId="22672d7d4d485472" providerId="LiveId" clId="{1B2B58B5-0424-4A42-9ED8-758C14380AA2}" dt="2024-11-29T19:56:17.990" v="1861" actId="1076"/>
          <ac:spMkLst>
            <pc:docMk/>
            <pc:sldMk cId="0" sldId="270"/>
            <ac:spMk id="7" creationId="{676A1AFB-F684-5749-3950-64C4B5556487}"/>
          </ac:spMkLst>
        </pc:spChg>
        <pc:spChg chg="add mod">
          <ac:chgData name="Vitória Lisauskas" userId="22672d7d4d485472" providerId="LiveId" clId="{1B2B58B5-0424-4A42-9ED8-758C14380AA2}" dt="2024-11-29T19:56:25.348" v="1863" actId="1076"/>
          <ac:spMkLst>
            <pc:docMk/>
            <pc:sldMk cId="0" sldId="270"/>
            <ac:spMk id="8" creationId="{26AFAA15-5ACF-2260-C0BD-03EA4EE146DE}"/>
          </ac:spMkLst>
        </pc:spChg>
      </pc:sldChg>
      <pc:sldChg chg="delSp del mod">
        <pc:chgData name="Vitória Lisauskas" userId="22672d7d4d485472" providerId="LiveId" clId="{1B2B58B5-0424-4A42-9ED8-758C14380AA2}" dt="2024-11-29T18:28:08.388" v="645" actId="2696"/>
        <pc:sldMkLst>
          <pc:docMk/>
          <pc:sldMk cId="0" sldId="271"/>
        </pc:sldMkLst>
        <pc:spChg chg="del">
          <ac:chgData name="Vitória Lisauskas" userId="22672d7d4d485472" providerId="LiveId" clId="{1B2B58B5-0424-4A42-9ED8-758C14380AA2}" dt="2024-11-29T18:27:44.125" v="641" actId="478"/>
          <ac:spMkLst>
            <pc:docMk/>
            <pc:sldMk cId="0" sldId="271"/>
            <ac:spMk id="2" creationId="{00000000-0000-0000-0000-000000000000}"/>
          </ac:spMkLst>
        </pc:spChg>
        <pc:picChg chg="del">
          <ac:chgData name="Vitória Lisauskas" userId="22672d7d4d485472" providerId="LiveId" clId="{1B2B58B5-0424-4A42-9ED8-758C14380AA2}" dt="2024-11-29T18:27:40.985" v="640" actId="478"/>
          <ac:picMkLst>
            <pc:docMk/>
            <pc:sldMk cId="0" sldId="271"/>
            <ac:picMk id="4" creationId="{823FC911-8150-9C3C-83FA-379890883981}"/>
          </ac:picMkLst>
        </pc:picChg>
      </pc:sldChg>
      <pc:sldChg chg="addSp delSp modSp mod modTransition">
        <pc:chgData name="Vitória Lisauskas" userId="22672d7d4d485472" providerId="LiveId" clId="{1B2B58B5-0424-4A42-9ED8-758C14380AA2}" dt="2024-11-29T19:49:58.250" v="1828"/>
        <pc:sldMkLst>
          <pc:docMk/>
          <pc:sldMk cId="263318082" sldId="272"/>
        </pc:sldMkLst>
        <pc:spChg chg="mod">
          <ac:chgData name="Vitória Lisauskas" userId="22672d7d4d485472" providerId="LiveId" clId="{1B2B58B5-0424-4A42-9ED8-758C14380AA2}" dt="2024-11-29T19:16:00.110" v="1297" actId="1076"/>
          <ac:spMkLst>
            <pc:docMk/>
            <pc:sldMk cId="263318082" sldId="272"/>
            <ac:spMk id="2" creationId="{3D6378E6-1F66-708A-EB9D-DFFB0E81728D}"/>
          </ac:spMkLst>
        </pc:spChg>
        <pc:spChg chg="add del">
          <ac:chgData name="Vitória Lisauskas" userId="22672d7d4d485472" providerId="LiveId" clId="{1B2B58B5-0424-4A42-9ED8-758C14380AA2}" dt="2024-11-29T18:59:21.555" v="677" actId="478"/>
          <ac:spMkLst>
            <pc:docMk/>
            <pc:sldMk cId="263318082" sldId="272"/>
            <ac:spMk id="4" creationId="{CED8BE32-ECB6-6C5E-0EED-3CA70A62A7D0}"/>
          </ac:spMkLst>
        </pc:spChg>
        <pc:spChg chg="add mod">
          <ac:chgData name="Vitória Lisauskas" userId="22672d7d4d485472" providerId="LiveId" clId="{1B2B58B5-0424-4A42-9ED8-758C14380AA2}" dt="2024-11-29T19:01:09.149" v="717" actId="1076"/>
          <ac:spMkLst>
            <pc:docMk/>
            <pc:sldMk cId="263318082" sldId="272"/>
            <ac:spMk id="5" creationId="{3FBD14AF-E4D9-0659-B2BC-AE3EB9C8AA2A}"/>
          </ac:spMkLst>
        </pc:spChg>
        <pc:spChg chg="add mod">
          <ac:chgData name="Vitória Lisauskas" userId="22672d7d4d485472" providerId="LiveId" clId="{1B2B58B5-0424-4A42-9ED8-758C14380AA2}" dt="2024-11-29T19:01:32.066" v="719" actId="1076"/>
          <ac:spMkLst>
            <pc:docMk/>
            <pc:sldMk cId="263318082" sldId="272"/>
            <ac:spMk id="6" creationId="{16F69A26-819B-4494-F753-10C80ADBE826}"/>
          </ac:spMkLst>
        </pc:spChg>
        <pc:spChg chg="add mod">
          <ac:chgData name="Vitória Lisauskas" userId="22672d7d4d485472" providerId="LiveId" clId="{1B2B58B5-0424-4A42-9ED8-758C14380AA2}" dt="2024-11-29T19:19:59.079" v="1323" actId="20577"/>
          <ac:spMkLst>
            <pc:docMk/>
            <pc:sldMk cId="263318082" sldId="272"/>
            <ac:spMk id="7" creationId="{CDBFFACD-DD10-24C3-F37E-98F27486B406}"/>
          </ac:spMkLst>
        </pc:spChg>
        <pc:spChg chg="add del mod">
          <ac:chgData name="Vitória Lisauskas" userId="22672d7d4d485472" providerId="LiveId" clId="{1B2B58B5-0424-4A42-9ED8-758C14380AA2}" dt="2024-11-29T19:11:01.130" v="1188" actId="478"/>
          <ac:spMkLst>
            <pc:docMk/>
            <pc:sldMk cId="263318082" sldId="272"/>
            <ac:spMk id="8" creationId="{80790388-F3FA-2224-31F5-FA61C51CC803}"/>
          </ac:spMkLst>
        </pc:spChg>
        <pc:spChg chg="add mod">
          <ac:chgData name="Vitória Lisauskas" userId="22672d7d4d485472" providerId="LiveId" clId="{1B2B58B5-0424-4A42-9ED8-758C14380AA2}" dt="2024-11-29T19:18:25.110" v="1313" actId="20577"/>
          <ac:spMkLst>
            <pc:docMk/>
            <pc:sldMk cId="263318082" sldId="272"/>
            <ac:spMk id="9" creationId="{93978FC3-EF7C-BE80-710F-C300B1CCEAE2}"/>
          </ac:spMkLst>
        </pc:spChg>
      </pc:sldChg>
      <pc:sldChg chg="new del">
        <pc:chgData name="Vitória Lisauskas" userId="22672d7d4d485472" providerId="LiveId" clId="{1B2B58B5-0424-4A42-9ED8-758C14380AA2}" dt="2024-11-29T18:09:49.212" v="3" actId="47"/>
        <pc:sldMkLst>
          <pc:docMk/>
          <pc:sldMk cId="2191318198" sldId="273"/>
        </pc:sldMkLst>
      </pc:sldChg>
      <pc:sldChg chg="addSp delSp modSp add mod">
        <pc:chgData name="Vitória Lisauskas" userId="22672d7d4d485472" providerId="LiveId" clId="{1B2B58B5-0424-4A42-9ED8-758C14380AA2}" dt="2024-11-29T18:24:17.226" v="502" actId="14100"/>
        <pc:sldMkLst>
          <pc:docMk/>
          <pc:sldMk cId="0" sldId="274"/>
        </pc:sldMkLst>
        <pc:spChg chg="del">
          <ac:chgData name="Vitória Lisauskas" userId="22672d7d4d485472" providerId="LiveId" clId="{1B2B58B5-0424-4A42-9ED8-758C14380AA2}" dt="2024-11-29T18:09:55.998" v="4" actId="478"/>
          <ac:spMkLst>
            <pc:docMk/>
            <pc:sldMk cId="0" sldId="274"/>
            <ac:spMk id="6" creationId="{00000000-0000-0000-0000-000000000000}"/>
          </ac:spMkLst>
        </pc:spChg>
        <pc:spChg chg="mod">
          <ac:chgData name="Vitória Lisauskas" userId="22672d7d4d485472" providerId="LiveId" clId="{1B2B58B5-0424-4A42-9ED8-758C14380AA2}" dt="2024-11-29T18:23:12.105" v="496" actId="1076"/>
          <ac:spMkLst>
            <pc:docMk/>
            <pc:sldMk cId="0" sldId="274"/>
            <ac:spMk id="7" creationId="{00000000-0000-0000-0000-000000000000}"/>
          </ac:spMkLst>
        </pc:spChg>
        <pc:spChg chg="del mod">
          <ac:chgData name="Vitória Lisauskas" userId="22672d7d4d485472" providerId="LiveId" clId="{1B2B58B5-0424-4A42-9ED8-758C14380AA2}" dt="2024-11-29T18:09:59.945" v="6" actId="478"/>
          <ac:spMkLst>
            <pc:docMk/>
            <pc:sldMk cId="0" sldId="274"/>
            <ac:spMk id="12" creationId="{00000000-0000-0000-0000-000000000000}"/>
          </ac:spMkLst>
        </pc:spChg>
        <pc:spChg chg="mod">
          <ac:chgData name="Vitória Lisauskas" userId="22672d7d4d485472" providerId="LiveId" clId="{1B2B58B5-0424-4A42-9ED8-758C14380AA2}" dt="2024-11-29T18:23:45.680" v="499" actId="107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Vitória Lisauskas" userId="22672d7d4d485472" providerId="LiveId" clId="{1B2B58B5-0424-4A42-9ED8-758C14380AA2}" dt="2024-11-29T18:22:36.907" v="494" actId="20577"/>
          <ac:spMkLst>
            <pc:docMk/>
            <pc:sldMk cId="0" sldId="274"/>
            <ac:spMk id="14" creationId="{00000000-0000-0000-0000-000000000000}"/>
          </ac:spMkLst>
        </pc:spChg>
        <pc:spChg chg="add mod">
          <ac:chgData name="Vitória Lisauskas" userId="22672d7d4d485472" providerId="LiveId" clId="{1B2B58B5-0424-4A42-9ED8-758C14380AA2}" dt="2024-11-29T18:23:51.149" v="500" actId="1076"/>
          <ac:spMkLst>
            <pc:docMk/>
            <pc:sldMk cId="0" sldId="274"/>
            <ac:spMk id="15" creationId="{69731806-184D-FF50-D614-F6E1C9338B17}"/>
          </ac:spMkLst>
        </pc:spChg>
        <pc:spChg chg="add mod">
          <ac:chgData name="Vitória Lisauskas" userId="22672d7d4d485472" providerId="LiveId" clId="{1B2B58B5-0424-4A42-9ED8-758C14380AA2}" dt="2024-11-29T18:23:54.937" v="501" actId="1076"/>
          <ac:spMkLst>
            <pc:docMk/>
            <pc:sldMk cId="0" sldId="274"/>
            <ac:spMk id="16" creationId="{02018373-608B-E0BA-781B-918AA1C63984}"/>
          </ac:spMkLst>
        </pc:spChg>
        <pc:grpChg chg="mod">
          <ac:chgData name="Vitória Lisauskas" userId="22672d7d4d485472" providerId="LiveId" clId="{1B2B58B5-0424-4A42-9ED8-758C14380AA2}" dt="2024-11-29T18:24:17.226" v="502" actId="14100"/>
          <ac:grpSpMkLst>
            <pc:docMk/>
            <pc:sldMk cId="0" sldId="274"/>
            <ac:grpSpMk id="3" creationId="{00000000-0000-0000-0000-000000000000}"/>
          </ac:grpSpMkLst>
        </pc:grpChg>
      </pc:sldChg>
      <pc:sldChg chg="add ord modTransition">
        <pc:chgData name="Vitória Lisauskas" userId="22672d7d4d485472" providerId="LiveId" clId="{1B2B58B5-0424-4A42-9ED8-758C14380AA2}" dt="2024-11-29T19:48:17.043" v="1810"/>
        <pc:sldMkLst>
          <pc:docMk/>
          <pc:sldMk cId="0" sldId="275"/>
        </pc:sldMkLst>
      </pc:sldChg>
      <pc:sldChg chg="delSp modSp add mod modTransition">
        <pc:chgData name="Vitória Lisauskas" userId="22672d7d4d485472" providerId="LiveId" clId="{1B2B58B5-0424-4A42-9ED8-758C14380AA2}" dt="2024-11-29T19:48:53.021" v="1816"/>
        <pc:sldMkLst>
          <pc:docMk/>
          <pc:sldMk cId="0" sldId="276"/>
        </pc:sldMkLst>
        <pc:spChg chg="del mod">
          <ac:chgData name="Vitória Lisauskas" userId="22672d7d4d485472" providerId="LiveId" clId="{1B2B58B5-0424-4A42-9ED8-758C14380AA2}" dt="2024-11-29T18:54:08.103" v="655"/>
          <ac:spMkLst>
            <pc:docMk/>
            <pc:sldMk cId="0" sldId="276"/>
            <ac:spMk id="19" creationId="{00000000-0000-0000-0000-000000000000}"/>
          </ac:spMkLst>
        </pc:spChg>
      </pc:sldChg>
      <pc:sldChg chg="delSp modSp add del mod">
        <pc:chgData name="Vitória Lisauskas" userId="22672d7d4d485472" providerId="LiveId" clId="{1B2B58B5-0424-4A42-9ED8-758C14380AA2}" dt="2024-11-29T19:00:00.235" v="678" actId="47"/>
        <pc:sldMkLst>
          <pc:docMk/>
          <pc:sldMk cId="0" sldId="277"/>
        </pc:sldMkLst>
        <pc:spChg chg="del mod">
          <ac:chgData name="Vitória Lisauskas" userId="22672d7d4d485472" providerId="LiveId" clId="{1B2B58B5-0424-4A42-9ED8-758C14380AA2}" dt="2024-11-29T18:58:06.889" v="674"/>
          <ac:spMkLst>
            <pc:docMk/>
            <pc:sldMk cId="0" sldId="277"/>
            <ac:spMk id="35" creationId="{00000000-0000-0000-0000-000000000000}"/>
          </ac:spMkLst>
        </pc:spChg>
      </pc:sldChg>
      <pc:sldChg chg="add modTransition">
        <pc:chgData name="Vitória Lisauskas" userId="22672d7d4d485472" providerId="LiveId" clId="{1B2B58B5-0424-4A42-9ED8-758C14380AA2}" dt="2024-11-29T19:49:48.330" v="1826"/>
        <pc:sldMkLst>
          <pc:docMk/>
          <pc:sldMk cId="0" sldId="278"/>
        </pc:sldMkLst>
      </pc:sldChg>
      <pc:sldChg chg="addSp modSp new mod ord modTransition">
        <pc:chgData name="Vitória Lisauskas" userId="22672d7d4d485472" providerId="LiveId" clId="{1B2B58B5-0424-4A42-9ED8-758C14380AA2}" dt="2024-11-29T19:50:07.479" v="1830"/>
        <pc:sldMkLst>
          <pc:docMk/>
          <pc:sldMk cId="3976571356" sldId="279"/>
        </pc:sldMkLst>
        <pc:spChg chg="add mod">
          <ac:chgData name="Vitória Lisauskas" userId="22672d7d4d485472" providerId="LiveId" clId="{1B2B58B5-0424-4A42-9ED8-758C14380AA2}" dt="2024-11-29T19:18:44.515" v="1315"/>
          <ac:spMkLst>
            <pc:docMk/>
            <pc:sldMk cId="3976571356" sldId="279"/>
            <ac:spMk id="2" creationId="{99F18DCC-BD91-E5E0-3247-6404C8DF31BF}"/>
          </ac:spMkLst>
        </pc:spChg>
        <pc:picChg chg="add mod">
          <ac:chgData name="Vitória Lisauskas" userId="22672d7d4d485472" providerId="LiveId" clId="{1B2B58B5-0424-4A42-9ED8-758C14380AA2}" dt="2024-11-29T19:23:22.338" v="1349" actId="1076"/>
          <ac:picMkLst>
            <pc:docMk/>
            <pc:sldMk cId="3976571356" sldId="279"/>
            <ac:picMk id="4" creationId="{355A339C-ED54-E158-7AB9-F20757580DCC}"/>
          </ac:picMkLst>
        </pc:picChg>
        <pc:picChg chg="add mod modCrop">
          <ac:chgData name="Vitória Lisauskas" userId="22672d7d4d485472" providerId="LiveId" clId="{1B2B58B5-0424-4A42-9ED8-758C14380AA2}" dt="2024-11-29T19:23:18.913" v="1348" actId="1076"/>
          <ac:picMkLst>
            <pc:docMk/>
            <pc:sldMk cId="3976571356" sldId="279"/>
            <ac:picMk id="6" creationId="{7E192FB9-CCB3-2F9D-E968-C21478B326A4}"/>
          </ac:picMkLst>
        </pc:picChg>
      </pc:sldChg>
      <pc:sldChg chg="modSp add mod modTransition">
        <pc:chgData name="Vitória Lisauskas" userId="22672d7d4d485472" providerId="LiveId" clId="{1B2B58B5-0424-4A42-9ED8-758C14380AA2}" dt="2024-11-29T19:50:13.078" v="1832"/>
        <pc:sldMkLst>
          <pc:docMk/>
          <pc:sldMk cId="0" sldId="280"/>
        </pc:sldMkLst>
        <pc:spChg chg="mod">
          <ac:chgData name="Vitória Lisauskas" userId="22672d7d4d485472" providerId="LiveId" clId="{1B2B58B5-0424-4A42-9ED8-758C14380AA2}" dt="2024-11-29T19:25:52.065" v="1436" actId="1076"/>
          <ac:spMkLst>
            <pc:docMk/>
            <pc:sldMk cId="0" sldId="280"/>
            <ac:spMk id="5" creationId="{00000000-0000-0000-0000-000000000000}"/>
          </ac:spMkLst>
        </pc:spChg>
      </pc:sldChg>
      <pc:sldChg chg="new del">
        <pc:chgData name="Vitória Lisauskas" userId="22672d7d4d485472" providerId="LiveId" clId="{1B2B58B5-0424-4A42-9ED8-758C14380AA2}" dt="2024-11-29T19:23:30.226" v="1350" actId="47"/>
        <pc:sldMkLst>
          <pc:docMk/>
          <pc:sldMk cId="1132080148" sldId="281"/>
        </pc:sldMkLst>
      </pc:sldChg>
      <pc:sldChg chg="addSp delSp modSp new mod modTransition">
        <pc:chgData name="Vitória Lisauskas" userId="22672d7d4d485472" providerId="LiveId" clId="{1B2B58B5-0424-4A42-9ED8-758C14380AA2}" dt="2024-11-29T19:50:21.296" v="1834"/>
        <pc:sldMkLst>
          <pc:docMk/>
          <pc:sldMk cId="3934644613" sldId="281"/>
        </pc:sldMkLst>
        <pc:spChg chg="del">
          <ac:chgData name="Vitória Lisauskas" userId="22672d7d4d485472" providerId="LiveId" clId="{1B2B58B5-0424-4A42-9ED8-758C14380AA2}" dt="2024-11-29T19:24:09.499" v="1356" actId="478"/>
          <ac:spMkLst>
            <pc:docMk/>
            <pc:sldMk cId="3934644613" sldId="281"/>
            <ac:spMk id="2" creationId="{951DDD58-0CFE-EEF0-76D1-736A0110AE97}"/>
          </ac:spMkLst>
        </pc:spChg>
        <pc:spChg chg="del">
          <ac:chgData name="Vitória Lisauskas" userId="22672d7d4d485472" providerId="LiveId" clId="{1B2B58B5-0424-4A42-9ED8-758C14380AA2}" dt="2024-11-29T19:24:05.867" v="1355" actId="478"/>
          <ac:spMkLst>
            <pc:docMk/>
            <pc:sldMk cId="3934644613" sldId="281"/>
            <ac:spMk id="3" creationId="{E68299A2-1B86-A059-FBF3-71BCBD7F7B8E}"/>
          </ac:spMkLst>
        </pc:spChg>
        <pc:spChg chg="del">
          <ac:chgData name="Vitória Lisauskas" userId="22672d7d4d485472" providerId="LiveId" clId="{1B2B58B5-0424-4A42-9ED8-758C14380AA2}" dt="2024-11-29T19:24:03.921" v="1354" actId="478"/>
          <ac:spMkLst>
            <pc:docMk/>
            <pc:sldMk cId="3934644613" sldId="281"/>
            <ac:spMk id="4" creationId="{44DFF632-45B5-9131-66A2-BC5B5D70B737}"/>
          </ac:spMkLst>
        </pc:spChg>
        <pc:spChg chg="add mod">
          <ac:chgData name="Vitória Lisauskas" userId="22672d7d4d485472" providerId="LiveId" clId="{1B2B58B5-0424-4A42-9ED8-758C14380AA2}" dt="2024-11-29T19:24:19.964" v="1357"/>
          <ac:spMkLst>
            <pc:docMk/>
            <pc:sldMk cId="3934644613" sldId="281"/>
            <ac:spMk id="5" creationId="{46B93229-4B7D-4178-DC3A-EDA42A6CDF11}"/>
          </ac:spMkLst>
        </pc:spChg>
        <pc:spChg chg="add mod">
          <ac:chgData name="Vitória Lisauskas" userId="22672d7d4d485472" providerId="LiveId" clId="{1B2B58B5-0424-4A42-9ED8-758C14380AA2}" dt="2024-11-29T19:25:45.876" v="1435" actId="20577"/>
          <ac:spMkLst>
            <pc:docMk/>
            <pc:sldMk cId="3934644613" sldId="281"/>
            <ac:spMk id="6" creationId="{144EA09A-F97D-3A43-4D82-7AAD42A58019}"/>
          </ac:spMkLst>
        </pc:spChg>
        <pc:spChg chg="add mod">
          <ac:chgData name="Vitória Lisauskas" userId="22672d7d4d485472" providerId="LiveId" clId="{1B2B58B5-0424-4A42-9ED8-758C14380AA2}" dt="2024-11-29T19:25:57.518" v="1437"/>
          <ac:spMkLst>
            <pc:docMk/>
            <pc:sldMk cId="3934644613" sldId="281"/>
            <ac:spMk id="7" creationId="{BF85F034-1A03-9FE5-86C8-5E10D2AD1907}"/>
          </ac:spMkLst>
        </pc:spChg>
        <pc:spChg chg="add mod">
          <ac:chgData name="Vitória Lisauskas" userId="22672d7d4d485472" providerId="LiveId" clId="{1B2B58B5-0424-4A42-9ED8-758C14380AA2}" dt="2024-11-29T19:36:13.632" v="1651" actId="20577"/>
          <ac:spMkLst>
            <pc:docMk/>
            <pc:sldMk cId="3934644613" sldId="281"/>
            <ac:spMk id="8" creationId="{64FC278D-324B-97EB-998E-8EC91FB062CC}"/>
          </ac:spMkLst>
        </pc:spChg>
        <pc:spChg chg="mod topLvl">
          <ac:chgData name="Vitória Lisauskas" userId="22672d7d4d485472" providerId="LiveId" clId="{1B2B58B5-0424-4A42-9ED8-758C14380AA2}" dt="2024-11-29T19:35:55.896" v="1648" actId="20577"/>
          <ac:spMkLst>
            <pc:docMk/>
            <pc:sldMk cId="3934644613" sldId="281"/>
            <ac:spMk id="13" creationId="{C6B6397C-1C13-53DD-DDA2-A99DA25496BA}"/>
          </ac:spMkLst>
        </pc:spChg>
        <pc:grpChg chg="add mod">
          <ac:chgData name="Vitória Lisauskas" userId="22672d7d4d485472" providerId="LiveId" clId="{1B2B58B5-0424-4A42-9ED8-758C14380AA2}" dt="2024-11-29T19:36:33.442" v="1654" actId="14100"/>
          <ac:grpSpMkLst>
            <pc:docMk/>
            <pc:sldMk cId="3934644613" sldId="281"/>
            <ac:grpSpMk id="10" creationId="{68168DF7-9D11-F425-3A66-BC371AFE5B81}"/>
          </ac:grpSpMkLst>
        </pc:grpChg>
        <pc:grpChg chg="add del mod">
          <ac:chgData name="Vitória Lisauskas" userId="22672d7d4d485472" providerId="LiveId" clId="{1B2B58B5-0424-4A42-9ED8-758C14380AA2}" dt="2024-11-29T19:33:18.227" v="1585" actId="478"/>
          <ac:grpSpMkLst>
            <pc:docMk/>
            <pc:sldMk cId="3934644613" sldId="281"/>
            <ac:grpSpMk id="12" creationId="{93F7E374-6348-6DCC-0373-1A15D623B5F3}"/>
          </ac:grpSpMkLst>
        </pc:grpChg>
        <pc:grpChg chg="add mod">
          <ac:chgData name="Vitória Lisauskas" userId="22672d7d4d485472" providerId="LiveId" clId="{1B2B58B5-0424-4A42-9ED8-758C14380AA2}" dt="2024-11-29T19:36:37.303" v="1655" actId="14100"/>
          <ac:grpSpMkLst>
            <pc:docMk/>
            <pc:sldMk cId="3934644613" sldId="281"/>
            <ac:grpSpMk id="16" creationId="{A9914508-466E-9849-5896-313EECEEB1B5}"/>
          </ac:grpSpMkLst>
        </pc:grpChg>
        <pc:picChg chg="add mod">
          <ac:chgData name="Vitória Lisauskas" userId="22672d7d4d485472" providerId="LiveId" clId="{1B2B58B5-0424-4A42-9ED8-758C14380AA2}" dt="2024-11-29T19:31:15.976" v="1579" actId="164"/>
          <ac:picMkLst>
            <pc:docMk/>
            <pc:sldMk cId="3934644613" sldId="281"/>
            <ac:picMk id="9" creationId="{422968DE-1F68-7369-F129-37208EA53D49}"/>
          </ac:picMkLst>
        </pc:picChg>
        <pc:picChg chg="add del mod">
          <ac:chgData name="Vitória Lisauskas" userId="22672d7d4d485472" providerId="LiveId" clId="{1B2B58B5-0424-4A42-9ED8-758C14380AA2}" dt="2024-11-29T19:31:36.518" v="1582" actId="478"/>
          <ac:picMkLst>
            <pc:docMk/>
            <pc:sldMk cId="3934644613" sldId="281"/>
            <ac:picMk id="11" creationId="{CA8457A9-0A87-96CB-080A-41A123DAF17E}"/>
          </ac:picMkLst>
        </pc:picChg>
        <pc:picChg chg="del mod topLvl">
          <ac:chgData name="Vitória Lisauskas" userId="22672d7d4d485472" providerId="LiveId" clId="{1B2B58B5-0424-4A42-9ED8-758C14380AA2}" dt="2024-11-29T19:33:18.227" v="1585" actId="478"/>
          <ac:picMkLst>
            <pc:docMk/>
            <pc:sldMk cId="3934644613" sldId="281"/>
            <ac:picMk id="14" creationId="{42789FA4-8835-7DF3-D34C-35C8648C983F}"/>
          </ac:picMkLst>
        </pc:picChg>
        <pc:picChg chg="add mod">
          <ac:chgData name="Vitória Lisauskas" userId="22672d7d4d485472" providerId="LiveId" clId="{1B2B58B5-0424-4A42-9ED8-758C14380AA2}" dt="2024-11-29T19:35:20.504" v="1629" actId="164"/>
          <ac:picMkLst>
            <pc:docMk/>
            <pc:sldMk cId="3934644613" sldId="281"/>
            <ac:picMk id="15" creationId="{C531DD5D-528C-C60B-8F44-1F8631709A04}"/>
          </ac:picMkLst>
        </pc:picChg>
      </pc:sldChg>
      <pc:sldChg chg="new del">
        <pc:chgData name="Vitória Lisauskas" userId="22672d7d4d485472" providerId="LiveId" clId="{1B2B58B5-0424-4A42-9ED8-758C14380AA2}" dt="2024-11-29T19:37:10.211" v="1662" actId="47"/>
        <pc:sldMkLst>
          <pc:docMk/>
          <pc:sldMk cId="2346255261" sldId="282"/>
        </pc:sldMkLst>
      </pc:sldChg>
      <pc:sldChg chg="new del">
        <pc:chgData name="Vitória Lisauskas" userId="22672d7d4d485472" providerId="LiveId" clId="{1B2B58B5-0424-4A42-9ED8-758C14380AA2}" dt="2024-11-29T19:37:00.118" v="1659" actId="47"/>
        <pc:sldMkLst>
          <pc:docMk/>
          <pc:sldMk cId="3330587735" sldId="282"/>
        </pc:sldMkLst>
      </pc:sldChg>
      <pc:sldChg chg="addSp modSp new mod modTransition">
        <pc:chgData name="Vitória Lisauskas" userId="22672d7d4d485472" providerId="LiveId" clId="{1B2B58B5-0424-4A42-9ED8-758C14380AA2}" dt="2024-11-29T19:50:30.105" v="1836"/>
        <pc:sldMkLst>
          <pc:docMk/>
          <pc:sldMk cId="1386325969" sldId="283"/>
        </pc:sldMkLst>
        <pc:spChg chg="add mod">
          <ac:chgData name="Vitória Lisauskas" userId="22672d7d4d485472" providerId="LiveId" clId="{1B2B58B5-0424-4A42-9ED8-758C14380AA2}" dt="2024-11-29T19:37:17.638" v="1663"/>
          <ac:spMkLst>
            <pc:docMk/>
            <pc:sldMk cId="1386325969" sldId="283"/>
            <ac:spMk id="2" creationId="{8EB6372A-C639-D520-392F-DAB72E4071FA}"/>
          </ac:spMkLst>
        </pc:spChg>
        <pc:spChg chg="add mod">
          <ac:chgData name="Vitória Lisauskas" userId="22672d7d4d485472" providerId="LiveId" clId="{1B2B58B5-0424-4A42-9ED8-758C14380AA2}" dt="2024-11-29T19:38:23.562" v="1678" actId="1076"/>
          <ac:spMkLst>
            <pc:docMk/>
            <pc:sldMk cId="1386325969" sldId="283"/>
            <ac:spMk id="3" creationId="{10CAEE5E-6996-E27B-2B44-6E7BDBADFA86}"/>
          </ac:spMkLst>
        </pc:spChg>
        <pc:spChg chg="add mod">
          <ac:chgData name="Vitória Lisauskas" userId="22672d7d4d485472" providerId="LiveId" clId="{1B2B58B5-0424-4A42-9ED8-758C14380AA2}" dt="2024-11-29T19:38:14.817" v="1677" actId="1076"/>
          <ac:spMkLst>
            <pc:docMk/>
            <pc:sldMk cId="1386325969" sldId="283"/>
            <ac:spMk id="4" creationId="{994C900B-A282-AD53-B66B-8E373A1881F5}"/>
          </ac:spMkLst>
        </pc:spChg>
      </pc:sldChg>
      <pc:sldChg chg="new del">
        <pc:chgData name="Vitória Lisauskas" userId="22672d7d4d485472" providerId="LiveId" clId="{1B2B58B5-0424-4A42-9ED8-758C14380AA2}" dt="2024-11-29T19:36:59.630" v="1658" actId="47"/>
        <pc:sldMkLst>
          <pc:docMk/>
          <pc:sldMk cId="3671188880" sldId="283"/>
        </pc:sldMkLst>
      </pc:sldChg>
      <pc:sldChg chg="addSp modSp new mod modTransition">
        <pc:chgData name="Vitória Lisauskas" userId="22672d7d4d485472" providerId="LiveId" clId="{1B2B58B5-0424-4A42-9ED8-758C14380AA2}" dt="2024-11-29T19:50:49.619" v="1837"/>
        <pc:sldMkLst>
          <pc:docMk/>
          <pc:sldMk cId="3608288034" sldId="284"/>
        </pc:sldMkLst>
        <pc:picChg chg="add mod">
          <ac:chgData name="Vitória Lisauskas" userId="22672d7d4d485472" providerId="LiveId" clId="{1B2B58B5-0424-4A42-9ED8-758C14380AA2}" dt="2024-11-29T19:39:23.618" v="1686" actId="14100"/>
          <ac:picMkLst>
            <pc:docMk/>
            <pc:sldMk cId="3608288034" sldId="284"/>
            <ac:picMk id="2" creationId="{EBF0C395-71B7-61DC-C06B-7802B761414F}"/>
          </ac:picMkLst>
        </pc:picChg>
      </pc:sldChg>
      <pc:sldChg chg="addSp modSp new mod modTransition">
        <pc:chgData name="Vitória Lisauskas" userId="22672d7d4d485472" providerId="LiveId" clId="{1B2B58B5-0424-4A42-9ED8-758C14380AA2}" dt="2024-11-29T19:50:55.425" v="1838"/>
        <pc:sldMkLst>
          <pc:docMk/>
          <pc:sldMk cId="1616230615" sldId="285"/>
        </pc:sldMkLst>
        <pc:picChg chg="add mod">
          <ac:chgData name="Vitória Lisauskas" userId="22672d7d4d485472" providerId="LiveId" clId="{1B2B58B5-0424-4A42-9ED8-758C14380AA2}" dt="2024-11-29T19:42:18.768" v="1701" actId="14100"/>
          <ac:picMkLst>
            <pc:docMk/>
            <pc:sldMk cId="1616230615" sldId="285"/>
            <ac:picMk id="2" creationId="{23E45D1F-4463-44A8-8CE5-ED4AC1B97AC2}"/>
          </ac:picMkLst>
        </pc:picChg>
      </pc:sldChg>
      <pc:sldChg chg="addSp modSp new mod modTransition">
        <pc:chgData name="Vitória Lisauskas" userId="22672d7d4d485472" providerId="LiveId" clId="{1B2B58B5-0424-4A42-9ED8-758C14380AA2}" dt="2024-11-29T19:50:58.851" v="1839"/>
        <pc:sldMkLst>
          <pc:docMk/>
          <pc:sldMk cId="1846504649" sldId="286"/>
        </pc:sldMkLst>
        <pc:picChg chg="add mod">
          <ac:chgData name="Vitória Lisauskas" userId="22672d7d4d485472" providerId="LiveId" clId="{1B2B58B5-0424-4A42-9ED8-758C14380AA2}" dt="2024-11-29T19:43:22.043" v="1705" actId="14100"/>
          <ac:picMkLst>
            <pc:docMk/>
            <pc:sldMk cId="1846504649" sldId="286"/>
            <ac:picMk id="2" creationId="{460C3F10-B643-57EF-8D39-5A70CE9554D3}"/>
          </ac:picMkLst>
        </pc:picChg>
      </pc:sldChg>
      <pc:sldChg chg="modSp add mod ord modTransition">
        <pc:chgData name="Vitória Lisauskas" userId="22672d7d4d485472" providerId="LiveId" clId="{1B2B58B5-0424-4A42-9ED8-758C14380AA2}" dt="2024-11-29T19:51:06.744" v="1841"/>
        <pc:sldMkLst>
          <pc:docMk/>
          <pc:sldMk cId="3879983738" sldId="287"/>
        </pc:sldMkLst>
        <pc:spChg chg="mod">
          <ac:chgData name="Vitória Lisauskas" userId="22672d7d4d485472" providerId="LiveId" clId="{1B2B58B5-0424-4A42-9ED8-758C14380AA2}" dt="2024-11-29T19:44:39.691" v="1803" actId="20577"/>
          <ac:spMkLst>
            <pc:docMk/>
            <pc:sldMk cId="3879983738" sldId="287"/>
            <ac:spMk id="4" creationId="{B2CFCD13-CC18-8E4A-03F6-03F5FCDD1DA0}"/>
          </ac:spMkLst>
        </pc:spChg>
      </pc:sldChg>
      <pc:sldChg chg="new del">
        <pc:chgData name="Vitória Lisauskas" userId="22672d7d4d485472" providerId="LiveId" clId="{1B2B58B5-0424-4A42-9ED8-758C14380AA2}" dt="2024-11-29T19:47:54.810" v="1809" actId="47"/>
        <pc:sldMkLst>
          <pc:docMk/>
          <pc:sldMk cId="3877718972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Fachada</a:t>
            </a:r>
            <a:r>
              <a:rPr lang="en-US" dirty="0"/>
              <a:t> Moderna: </a:t>
            </a:r>
            <a:r>
              <a:rPr lang="en-US" dirty="0" err="1"/>
              <a:t>Optamos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fachada</a:t>
            </a:r>
            <a:r>
              <a:rPr lang="en-US" dirty="0"/>
              <a:t> moderna e </a:t>
            </a:r>
            <a:r>
              <a:rPr lang="en-US" dirty="0" err="1"/>
              <a:t>funcional</a:t>
            </a:r>
            <a:r>
              <a:rPr lang="en-US" dirty="0"/>
              <a:t>, que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materiais</a:t>
            </a:r>
            <a:r>
              <a:rPr lang="en-US" dirty="0"/>
              <a:t> </a:t>
            </a:r>
            <a:r>
              <a:rPr lang="en-US" dirty="0" err="1"/>
              <a:t>duráveis</a:t>
            </a:r>
            <a:r>
              <a:rPr lang="en-US" dirty="0"/>
              <a:t> e de </a:t>
            </a:r>
            <a:r>
              <a:rPr lang="en-US" dirty="0" err="1"/>
              <a:t>fácil</a:t>
            </a:r>
            <a:r>
              <a:rPr lang="en-US" dirty="0"/>
              <a:t> </a:t>
            </a:r>
            <a:r>
              <a:rPr lang="en-US" dirty="0" err="1"/>
              <a:t>manutenção</a:t>
            </a:r>
            <a:r>
              <a:rPr lang="en-US" dirty="0"/>
              <a:t>.</a:t>
            </a:r>
          </a:p>
          <a:p>
            <a:r>
              <a:rPr lang="en-US" dirty="0"/>
              <a:t>Cores </a:t>
            </a:r>
            <a:r>
              <a:rPr lang="en-US" dirty="0" err="1"/>
              <a:t>Naturais</a:t>
            </a:r>
            <a:r>
              <a:rPr lang="en-US" dirty="0"/>
              <a:t> da Marca: </a:t>
            </a:r>
            <a:r>
              <a:rPr lang="en-US" dirty="0" err="1"/>
              <a:t>Utilizamos</a:t>
            </a:r>
            <a:r>
              <a:rPr lang="en-US" dirty="0"/>
              <a:t> cores que </a:t>
            </a:r>
            <a:r>
              <a:rPr lang="en-US" dirty="0" err="1"/>
              <a:t>remetem</a:t>
            </a:r>
            <a:r>
              <a:rPr lang="en-US" dirty="0"/>
              <a:t> à </a:t>
            </a:r>
            <a:r>
              <a:rPr lang="en-US" dirty="0" err="1"/>
              <a:t>natureza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verde</a:t>
            </a:r>
            <a:r>
              <a:rPr lang="en-US" dirty="0"/>
              <a:t>, </a:t>
            </a:r>
            <a:r>
              <a:rPr lang="en-US" dirty="0" err="1"/>
              <a:t>amarelo</a:t>
            </a:r>
            <a:r>
              <a:rPr lang="en-US" dirty="0"/>
              <a:t> e </a:t>
            </a:r>
            <a:r>
              <a:rPr lang="en-US" dirty="0" err="1"/>
              <a:t>marrom</a:t>
            </a:r>
            <a:r>
              <a:rPr lang="en-US" dirty="0"/>
              <a:t>.</a:t>
            </a:r>
          </a:p>
          <a:p>
            <a:r>
              <a:rPr lang="en-US" dirty="0" err="1"/>
              <a:t>Localização</a:t>
            </a:r>
            <a:r>
              <a:rPr lang="en-US" dirty="0"/>
              <a:t> </a:t>
            </a:r>
            <a:r>
              <a:rPr lang="en-US" dirty="0" err="1"/>
              <a:t>Estratégica</a:t>
            </a:r>
            <a:r>
              <a:rPr lang="en-US" dirty="0"/>
              <a:t>: </a:t>
            </a:r>
            <a:r>
              <a:rPr lang="en-US" dirty="0" err="1"/>
              <a:t>Escolhemos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localização</a:t>
            </a:r>
            <a:r>
              <a:rPr lang="en-US" dirty="0"/>
              <a:t> </a:t>
            </a:r>
            <a:r>
              <a:rPr lang="en-US" dirty="0" err="1"/>
              <a:t>estratégica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estamos</a:t>
            </a:r>
            <a:r>
              <a:rPr lang="en-US" dirty="0"/>
              <a:t> </a:t>
            </a:r>
            <a:r>
              <a:rPr lang="en-US" dirty="0" err="1"/>
              <a:t>perto</a:t>
            </a:r>
            <a:r>
              <a:rPr lang="en-US" dirty="0"/>
              <a:t> dos </a:t>
            </a:r>
            <a:r>
              <a:rPr lang="en-US" dirty="0" err="1"/>
              <a:t>fornecedores</a:t>
            </a:r>
            <a:r>
              <a:rPr lang="en-US" dirty="0"/>
              <a:t>, </a:t>
            </a:r>
            <a:r>
              <a:rPr lang="en-US" dirty="0" err="1"/>
              <a:t>Isso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 </a:t>
            </a:r>
            <a:r>
              <a:rPr lang="en-US" dirty="0" err="1"/>
              <a:t>reduz</a:t>
            </a:r>
            <a:r>
              <a:rPr lang="en-US" dirty="0"/>
              <a:t> as </a:t>
            </a:r>
            <a:r>
              <a:rPr lang="en-US" dirty="0" err="1"/>
              <a:t>emissões</a:t>
            </a:r>
            <a:r>
              <a:rPr lang="en-US" dirty="0"/>
              <a:t> de </a:t>
            </a:r>
            <a:r>
              <a:rPr lang="en-US" dirty="0" err="1"/>
              <a:t>carbono</a:t>
            </a:r>
            <a:r>
              <a:rPr lang="en-US" dirty="0"/>
              <a:t> </a:t>
            </a:r>
            <a:r>
              <a:rPr lang="en-US" dirty="0" err="1"/>
              <a:t>associadas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transporte</a:t>
            </a:r>
            <a:r>
              <a:rPr lang="en-US" dirty="0"/>
              <a:t> de </a:t>
            </a:r>
            <a:r>
              <a:rPr lang="en-US" dirty="0" err="1"/>
              <a:t>matéria</a:t>
            </a:r>
            <a:r>
              <a:rPr lang="en-US" dirty="0"/>
              <a:t>-prima, mas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otimiza</a:t>
            </a:r>
            <a:r>
              <a:rPr lang="en-US" dirty="0"/>
              <a:t> a </a:t>
            </a:r>
            <a:r>
              <a:rPr lang="en-US" dirty="0" err="1"/>
              <a:t>logística</a:t>
            </a:r>
            <a:r>
              <a:rPr lang="en-US" dirty="0"/>
              <a:t> e </a:t>
            </a:r>
            <a:r>
              <a:rPr lang="en-US" dirty="0" err="1"/>
              <a:t>reduz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custos </a:t>
            </a:r>
            <a:r>
              <a:rPr lang="en-US" dirty="0" err="1"/>
              <a:t>operacionais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500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hyperlink" Target="https://www.boticario.com.br" TargetMode="External"/><Relationship Id="rId18" Type="http://schemas.openxmlformats.org/officeDocument/2006/relationships/image" Target="../media/image17.png"/><Relationship Id="rId3" Type="http://schemas.openxmlformats.org/officeDocument/2006/relationships/hyperlink" Target="https://www.alquimiaporpaulafranco.com.br/index.html" TargetMode="External"/><Relationship Id="rId21" Type="http://schemas.openxmlformats.org/officeDocument/2006/relationships/image" Target="../media/image5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17" Type="http://schemas.openxmlformats.org/officeDocument/2006/relationships/hyperlink" Target="https://www.thebodyshop.com.br" TargetMode="External"/><Relationship Id="rId2" Type="http://schemas.openxmlformats.org/officeDocument/2006/relationships/image" Target="../media/image10.jpeg"/><Relationship Id="rId16" Type="http://schemas.openxmlformats.org/officeDocument/2006/relationships/image" Target="../media/image16.pn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hyperlink" Target="https://www.lolacosmetics.com.br/Home" TargetMode="External"/><Relationship Id="rId5" Type="http://schemas.openxmlformats.org/officeDocument/2006/relationships/hyperlink" Target="https://www.matricariaalquimia.com.br/index.html" TargetMode="External"/><Relationship Id="rId15" Type="http://schemas.openxmlformats.org/officeDocument/2006/relationships/hyperlink" Target="https://www.natura.com.br" TargetMode="External"/><Relationship Id="rId10" Type="http://schemas.openxmlformats.org/officeDocument/2006/relationships/image" Target="../media/image13.png"/><Relationship Id="rId19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hyperlink" Target="https://amyi.co" TargetMode="External"/><Relationship Id="rId14" Type="http://schemas.openxmlformats.org/officeDocument/2006/relationships/image" Target="../media/image15.png"/><Relationship Id="rId22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jpeg"/><Relationship Id="rId10" Type="http://schemas.openxmlformats.org/officeDocument/2006/relationships/image" Target="../media/image26.png"/><Relationship Id="rId4" Type="http://schemas.openxmlformats.org/officeDocument/2006/relationships/image" Target="../media/image1.jpe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 rot="5591607">
            <a:off x="-6175289" y="-220900"/>
            <a:ext cx="19176736" cy="10476049"/>
            <a:chOff x="0" y="0"/>
            <a:chExt cx="1511864" cy="8259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1864" cy="825915"/>
            </a:xfrm>
            <a:custGeom>
              <a:avLst/>
              <a:gdLst/>
              <a:ahLst/>
              <a:cxnLst/>
              <a:rect l="l" t="t" r="r" b="b"/>
              <a:pathLst>
                <a:path w="1511864" h="825915">
                  <a:moveTo>
                    <a:pt x="755932" y="0"/>
                  </a:moveTo>
                  <a:cubicBezTo>
                    <a:pt x="338442" y="0"/>
                    <a:pt x="0" y="184887"/>
                    <a:pt x="0" y="412958"/>
                  </a:cubicBezTo>
                  <a:cubicBezTo>
                    <a:pt x="0" y="641028"/>
                    <a:pt x="338442" y="825915"/>
                    <a:pt x="755932" y="825915"/>
                  </a:cubicBezTo>
                  <a:cubicBezTo>
                    <a:pt x="1173421" y="825915"/>
                    <a:pt x="1511864" y="641028"/>
                    <a:pt x="1511864" y="412958"/>
                  </a:cubicBezTo>
                  <a:cubicBezTo>
                    <a:pt x="1511864" y="184887"/>
                    <a:pt x="1173421" y="0"/>
                    <a:pt x="755932" y="0"/>
                  </a:cubicBezTo>
                  <a:close/>
                </a:path>
              </a:pathLst>
            </a:custGeom>
            <a:solidFill>
              <a:srgbClr val="0042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41737" y="29805"/>
              <a:ext cx="1228389" cy="718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582719" y="2171700"/>
            <a:ext cx="2216244" cy="0"/>
          </a:xfrm>
          <a:prstGeom prst="line">
            <a:avLst/>
          </a:prstGeom>
          <a:ln w="7620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10110243" y="2931084"/>
            <a:ext cx="7149057" cy="4091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5"/>
              </a:lnSpc>
              <a:spcBef>
                <a:spcPct val="0"/>
              </a:spcBef>
            </a:pPr>
            <a:r>
              <a:rPr lang="en-US" sz="23911">
                <a:solidFill>
                  <a:srgbClr val="662B61"/>
                </a:solidFill>
                <a:latin typeface="Open Sans"/>
                <a:ea typeface="Open Sans"/>
                <a:cs typeface="Open Sans"/>
                <a:sym typeface="Open Sans"/>
              </a:rPr>
              <a:t>ɎΔRΔ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53072" y="2861492"/>
            <a:ext cx="7149057" cy="409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5"/>
              </a:lnSpc>
              <a:spcBef>
                <a:spcPct val="0"/>
              </a:spcBef>
            </a:pPr>
            <a:r>
              <a:rPr lang="en-US" sz="23911">
                <a:solidFill>
                  <a:srgbClr val="AF9C4B"/>
                </a:solidFill>
                <a:latin typeface="Open Sans"/>
                <a:ea typeface="Open Sans"/>
                <a:cs typeface="Open Sans"/>
                <a:sym typeface="Open Sans"/>
              </a:rPr>
              <a:t>ɎΔRΔ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21050" y="2816501"/>
            <a:ext cx="7149057" cy="409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5"/>
              </a:lnSpc>
              <a:spcBef>
                <a:spcPct val="0"/>
              </a:spcBef>
            </a:pPr>
            <a:r>
              <a:rPr lang="en-US" sz="23911">
                <a:solidFill>
                  <a:srgbClr val="61ABA3"/>
                </a:solidFill>
                <a:latin typeface="Open Sans"/>
                <a:ea typeface="Open Sans"/>
                <a:cs typeface="Open Sans"/>
                <a:sym typeface="Open Sans"/>
              </a:rPr>
              <a:t>ɎΔRΔ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719" y="6617083"/>
            <a:ext cx="5949195" cy="226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4"/>
              </a:lnSpc>
            </a:pPr>
            <a:r>
              <a:rPr lang="en-US" sz="3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Bruno Henrique de Oliveira</a:t>
            </a:r>
          </a:p>
          <a:p>
            <a:pPr algn="l">
              <a:lnSpc>
                <a:spcPts val="4514"/>
              </a:lnSpc>
            </a:pPr>
            <a:r>
              <a:rPr lang="en-US" sz="3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Eduardo Morelato</a:t>
            </a:r>
          </a:p>
          <a:p>
            <a:pPr algn="l">
              <a:lnSpc>
                <a:spcPts val="4514"/>
              </a:lnSpc>
            </a:pPr>
            <a:r>
              <a:rPr lang="en-US" sz="3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Michel Cirilo</a:t>
            </a:r>
          </a:p>
          <a:p>
            <a:pPr marL="0" lvl="0" indent="0" algn="l">
              <a:lnSpc>
                <a:spcPts val="4514"/>
              </a:lnSpc>
              <a:spcBef>
                <a:spcPct val="0"/>
              </a:spcBef>
            </a:pPr>
            <a:r>
              <a:rPr lang="en-US" sz="3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Vitória Lisauskas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2719" y="2417707"/>
            <a:ext cx="7499330" cy="772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6"/>
              </a:lnSpc>
              <a:spcBef>
                <a:spcPct val="0"/>
              </a:spcBef>
            </a:pPr>
            <a:r>
              <a:rPr lang="en-US" sz="4633" b="1" dirty="0" err="1">
                <a:solidFill>
                  <a:srgbClr val="FFDE5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Projeto</a:t>
            </a:r>
            <a:r>
              <a:rPr lang="en-US" sz="4633" b="1" dirty="0">
                <a:solidFill>
                  <a:srgbClr val="FFDE5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sz="4633" b="1" dirty="0" err="1">
                <a:solidFill>
                  <a:srgbClr val="FFDE5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Integrador</a:t>
            </a:r>
            <a:r>
              <a:rPr lang="en-US" sz="4633" b="1" dirty="0">
                <a:solidFill>
                  <a:srgbClr val="FFDE5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II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74" y="4396270"/>
            <a:ext cx="7258943" cy="58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3"/>
              </a:lnSpc>
              <a:spcBef>
                <a:spcPct val="0"/>
              </a:spcBef>
            </a:pPr>
            <a:r>
              <a:rPr lang="en-US" sz="3388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Ciência</a:t>
            </a:r>
            <a:r>
              <a:rPr lang="en-US" sz="3388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Dados para </a:t>
            </a:r>
            <a:r>
              <a:rPr lang="en-US" sz="3388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Negócios</a:t>
            </a:r>
            <a:endParaRPr lang="en-US" sz="3388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 rot="5591607">
            <a:off x="-5483346" y="541603"/>
            <a:ext cx="17545679" cy="9285909"/>
            <a:chOff x="0" y="0"/>
            <a:chExt cx="1511864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1864" cy="812800"/>
            </a:xfrm>
            <a:custGeom>
              <a:avLst/>
              <a:gdLst/>
              <a:ahLst/>
              <a:cxnLst/>
              <a:rect l="l" t="t" r="r" b="b"/>
              <a:pathLst>
                <a:path w="1511864" h="812800">
                  <a:moveTo>
                    <a:pt x="755932" y="0"/>
                  </a:moveTo>
                  <a:cubicBezTo>
                    <a:pt x="338442" y="0"/>
                    <a:pt x="0" y="181951"/>
                    <a:pt x="0" y="406400"/>
                  </a:cubicBezTo>
                  <a:cubicBezTo>
                    <a:pt x="0" y="630849"/>
                    <a:pt x="338442" y="812800"/>
                    <a:pt x="755932" y="812800"/>
                  </a:cubicBezTo>
                  <a:cubicBezTo>
                    <a:pt x="1173421" y="812800"/>
                    <a:pt x="1511864" y="630849"/>
                    <a:pt x="1511864" y="406400"/>
                  </a:cubicBezTo>
                  <a:cubicBezTo>
                    <a:pt x="1511864" y="181951"/>
                    <a:pt x="1173421" y="0"/>
                    <a:pt x="755932" y="0"/>
                  </a:cubicBezTo>
                  <a:close/>
                </a:path>
              </a:pathLst>
            </a:custGeom>
            <a:solidFill>
              <a:srgbClr val="0042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41737" y="28575"/>
              <a:ext cx="1228389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5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874050" y="3285949"/>
            <a:ext cx="5611005" cy="3715101"/>
          </a:xfrm>
          <a:custGeom>
            <a:avLst/>
            <a:gdLst/>
            <a:ahLst/>
            <a:cxnLst/>
            <a:rect l="l" t="t" r="r" b="b"/>
            <a:pathLst>
              <a:path w="5611005" h="3715101">
                <a:moveTo>
                  <a:pt x="0" y="0"/>
                </a:moveTo>
                <a:lnTo>
                  <a:pt x="5611005" y="0"/>
                </a:lnTo>
                <a:lnTo>
                  <a:pt x="5611005" y="3715101"/>
                </a:lnTo>
                <a:lnTo>
                  <a:pt x="0" y="3715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1715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8" name="Group 8"/>
          <p:cNvGrpSpPr/>
          <p:nvPr/>
        </p:nvGrpSpPr>
        <p:grpSpPr>
          <a:xfrm>
            <a:off x="16392468" y="128450"/>
            <a:ext cx="1733665" cy="900250"/>
            <a:chOff x="0" y="0"/>
            <a:chExt cx="2311553" cy="1200333"/>
          </a:xfrm>
        </p:grpSpPr>
        <p:sp>
          <p:nvSpPr>
            <p:cNvPr id="9" name="TextBox 9"/>
            <p:cNvSpPr txBox="1"/>
            <p:nvPr/>
          </p:nvSpPr>
          <p:spPr>
            <a:xfrm>
              <a:off x="28484" y="-77708"/>
              <a:ext cx="2283069" cy="127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17"/>
                </a:lnSpc>
                <a:spcBef>
                  <a:spcPct val="0"/>
                </a:spcBef>
              </a:pPr>
              <a:r>
                <a:rPr lang="en-US" sz="5727">
                  <a:solidFill>
                    <a:srgbClr val="662B61"/>
                  </a:solidFill>
                  <a:latin typeface="Open Sans"/>
                </a:rPr>
                <a:t>ɎΔRΔ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26" y="-99932"/>
              <a:ext cx="2283069" cy="127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17"/>
                </a:lnSpc>
                <a:spcBef>
                  <a:spcPct val="0"/>
                </a:spcBef>
              </a:pPr>
              <a:r>
                <a:rPr lang="en-US" sz="5727">
                  <a:solidFill>
                    <a:srgbClr val="AF9C4B"/>
                  </a:solidFill>
                  <a:latin typeface="Open Sans"/>
                </a:rPr>
                <a:t>ɎΔRΔ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2283069" cy="127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17"/>
                </a:lnSpc>
                <a:spcBef>
                  <a:spcPct val="0"/>
                </a:spcBef>
              </a:pPr>
              <a:r>
                <a:rPr lang="en-US" sz="5727">
                  <a:solidFill>
                    <a:srgbClr val="61ABA3"/>
                  </a:solidFill>
                  <a:latin typeface="Open Sans"/>
                </a:rPr>
                <a:t>ɎΔRΔ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6691" y="2813141"/>
            <a:ext cx="6667500" cy="7116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4"/>
              </a:lnSpc>
            </a:pPr>
            <a:r>
              <a:rPr lang="pt-BR" sz="2400" dirty="0">
                <a:solidFill>
                  <a:srgbClr val="FFFFFF"/>
                </a:solidFill>
                <a:latin typeface="Montserrat"/>
              </a:rPr>
              <a:t>Aos professores regentes das disciplinas contempladas neste trabalho: </a:t>
            </a:r>
          </a:p>
          <a:p>
            <a:pPr>
              <a:lnSpc>
                <a:spcPts val="3994"/>
              </a:lnSpc>
            </a:pPr>
            <a:r>
              <a:rPr lang="pt-BR" sz="2400" dirty="0">
                <a:solidFill>
                  <a:srgbClr val="FFFFFF"/>
                </a:solidFill>
                <a:latin typeface="Montserrat"/>
              </a:rPr>
              <a:t>Prof. Dilermando Piva Junior</a:t>
            </a:r>
          </a:p>
          <a:p>
            <a:pPr>
              <a:lnSpc>
                <a:spcPts val="3994"/>
              </a:lnSpc>
            </a:pPr>
            <a:r>
              <a:rPr lang="pt-BR" sz="2400" dirty="0">
                <a:solidFill>
                  <a:srgbClr val="FFFFFF"/>
                </a:solidFill>
                <a:latin typeface="Montserrat"/>
              </a:rPr>
              <a:t>Prof. Douglas Paes Mação</a:t>
            </a:r>
          </a:p>
          <a:p>
            <a:pPr>
              <a:lnSpc>
                <a:spcPts val="3994"/>
              </a:lnSpc>
            </a:pPr>
            <a:r>
              <a:rPr lang="pt-BR" sz="2400" dirty="0">
                <a:solidFill>
                  <a:srgbClr val="FFFFFF"/>
                </a:solidFill>
                <a:latin typeface="Montserrat"/>
              </a:rPr>
              <a:t>Profa. Carla Pineda </a:t>
            </a:r>
            <a:r>
              <a:rPr lang="pt-BR" sz="2400" dirty="0" err="1">
                <a:solidFill>
                  <a:srgbClr val="FFFFFF"/>
                </a:solidFill>
                <a:latin typeface="Montserrat"/>
              </a:rPr>
              <a:t>Lechugo</a:t>
            </a:r>
            <a:endParaRPr lang="pt-BR" sz="2400" dirty="0">
              <a:solidFill>
                <a:srgbClr val="FFFFFF"/>
              </a:solidFill>
              <a:latin typeface="Montserrat"/>
            </a:endParaRPr>
          </a:p>
          <a:p>
            <a:pPr>
              <a:lnSpc>
                <a:spcPts val="3994"/>
              </a:lnSpc>
            </a:pPr>
            <a:r>
              <a:rPr lang="pt-BR" sz="2400" dirty="0">
                <a:solidFill>
                  <a:srgbClr val="FFFFFF"/>
                </a:solidFill>
                <a:latin typeface="Montserrat"/>
              </a:rPr>
              <a:t>Prof. Domitila Martins</a:t>
            </a:r>
          </a:p>
          <a:p>
            <a:pPr>
              <a:lnSpc>
                <a:spcPts val="3994"/>
              </a:lnSpc>
            </a:pPr>
            <a:r>
              <a:rPr lang="pt-BR" sz="2400" dirty="0">
                <a:solidFill>
                  <a:srgbClr val="FFFFFF"/>
                </a:solidFill>
                <a:latin typeface="Montserrat"/>
              </a:rPr>
              <a:t>Prof. Wladimir Zuanazzi</a:t>
            </a:r>
          </a:p>
          <a:p>
            <a:pPr>
              <a:lnSpc>
                <a:spcPts val="3994"/>
              </a:lnSpc>
            </a:pPr>
            <a:endParaRPr lang="pt-BR" sz="2400" dirty="0">
              <a:solidFill>
                <a:srgbClr val="FFFFFF"/>
              </a:solidFill>
              <a:latin typeface="Montserrat"/>
            </a:endParaRPr>
          </a:p>
          <a:p>
            <a:pPr>
              <a:lnSpc>
                <a:spcPts val="3994"/>
              </a:lnSpc>
            </a:pPr>
            <a:r>
              <a:rPr lang="pt-BR" sz="2400" dirty="0">
                <a:solidFill>
                  <a:srgbClr val="FFFFFF"/>
                </a:solidFill>
                <a:latin typeface="Montserrat"/>
              </a:rPr>
              <a:t>Aos professores do 1º sem:</a:t>
            </a:r>
          </a:p>
          <a:p>
            <a:pPr>
              <a:lnSpc>
                <a:spcPts val="3994"/>
              </a:lnSpc>
            </a:pPr>
            <a:r>
              <a:rPr lang="pt-BR" sz="2400" dirty="0">
                <a:solidFill>
                  <a:srgbClr val="FFFFFF"/>
                </a:solidFill>
                <a:latin typeface="Montserrat"/>
              </a:rPr>
              <a:t>Prof. Ricardo Roberto Leme</a:t>
            </a:r>
          </a:p>
          <a:p>
            <a:pPr>
              <a:lnSpc>
                <a:spcPts val="3994"/>
              </a:lnSpc>
            </a:pPr>
            <a:r>
              <a:rPr lang="pt-BR" sz="2400" dirty="0">
                <a:solidFill>
                  <a:srgbClr val="FFFFFF"/>
                </a:solidFill>
                <a:latin typeface="Montserrat"/>
              </a:rPr>
              <a:t>Profa. Rosana Helena Nunes </a:t>
            </a:r>
          </a:p>
          <a:p>
            <a:pPr>
              <a:lnSpc>
                <a:spcPts val="3994"/>
              </a:lnSpc>
            </a:pPr>
            <a:endParaRPr lang="pt-BR" sz="2400" dirty="0">
              <a:solidFill>
                <a:srgbClr val="FFFFFF"/>
              </a:solidFill>
              <a:latin typeface="Montserrat"/>
            </a:endParaRPr>
          </a:p>
          <a:p>
            <a:pPr>
              <a:lnSpc>
                <a:spcPts val="3994"/>
              </a:lnSpc>
            </a:pPr>
            <a:r>
              <a:rPr lang="pt-BR" sz="2400" dirty="0">
                <a:solidFill>
                  <a:srgbClr val="FFFFFF"/>
                </a:solidFill>
                <a:latin typeface="Montserrat"/>
              </a:rPr>
              <a:t>E a todos os demais presentes nesta banca.</a:t>
            </a:r>
          </a:p>
          <a:p>
            <a:pPr algn="ctr">
              <a:lnSpc>
                <a:spcPts val="3994"/>
              </a:lnSpc>
              <a:spcBef>
                <a:spcPct val="0"/>
              </a:spcBef>
            </a:pPr>
            <a:endParaRPr lang="en-US" sz="200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80097" y="7532455"/>
            <a:ext cx="9979203" cy="54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4"/>
              </a:lnSpc>
            </a:pPr>
            <a:r>
              <a:rPr lang="en-US" sz="3303" dirty="0">
                <a:solidFill>
                  <a:srgbClr val="FFFFFF"/>
                </a:solidFill>
                <a:latin typeface="Montserrat"/>
              </a:rPr>
              <a:t>‘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69731806-184D-FF50-D614-F6E1C9338B17}"/>
              </a:ext>
            </a:extLst>
          </p:cNvPr>
          <p:cNvSpPr txBox="1"/>
          <p:nvPr/>
        </p:nvSpPr>
        <p:spPr>
          <a:xfrm>
            <a:off x="429555" y="1539523"/>
            <a:ext cx="7499330" cy="772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6"/>
              </a:lnSpc>
              <a:spcBef>
                <a:spcPct val="0"/>
              </a:spcBef>
            </a:pPr>
            <a:r>
              <a:rPr lang="en-US" sz="4633" b="1" dirty="0" err="1">
                <a:solidFill>
                  <a:srgbClr val="FFDE5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Agradecimentos</a:t>
            </a:r>
            <a:endParaRPr lang="en-US" sz="4633" b="1" dirty="0">
              <a:solidFill>
                <a:srgbClr val="FFDE59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16" name="AutoShape 6">
            <a:extLst>
              <a:ext uri="{FF2B5EF4-FFF2-40B4-BE49-F238E27FC236}">
                <a16:creationId xmlns:a16="http://schemas.microsoft.com/office/drawing/2014/main" id="{02018373-608B-E0BA-781B-918AA1C63984}"/>
              </a:ext>
            </a:extLst>
          </p:cNvPr>
          <p:cNvSpPr/>
          <p:nvPr/>
        </p:nvSpPr>
        <p:spPr>
          <a:xfrm>
            <a:off x="429555" y="1502207"/>
            <a:ext cx="2216244" cy="0"/>
          </a:xfrm>
          <a:prstGeom prst="line">
            <a:avLst/>
          </a:prstGeom>
          <a:ln w="7620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-1003325" y="6751851"/>
            <a:ext cx="5190688" cy="4114800"/>
          </a:xfrm>
          <a:custGeom>
            <a:avLst/>
            <a:gdLst/>
            <a:ahLst/>
            <a:cxnLst/>
            <a:rect l="l" t="t" r="r" b="b"/>
            <a:pathLst>
              <a:path w="5190688" h="4114800">
                <a:moveTo>
                  <a:pt x="0" y="0"/>
                </a:moveTo>
                <a:lnTo>
                  <a:pt x="5190688" y="0"/>
                </a:lnTo>
                <a:lnTo>
                  <a:pt x="5190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flipH="1">
            <a:off x="14305666" y="6751851"/>
            <a:ext cx="5190688" cy="4114800"/>
          </a:xfrm>
          <a:custGeom>
            <a:avLst/>
            <a:gdLst/>
            <a:ahLst/>
            <a:cxnLst/>
            <a:rect l="l" t="t" r="r" b="b"/>
            <a:pathLst>
              <a:path w="5190688" h="4114800">
                <a:moveTo>
                  <a:pt x="5190688" y="0"/>
                </a:moveTo>
                <a:lnTo>
                  <a:pt x="0" y="0"/>
                </a:lnTo>
                <a:lnTo>
                  <a:pt x="0" y="4114800"/>
                </a:lnTo>
                <a:lnTo>
                  <a:pt x="5190688" y="4114800"/>
                </a:lnTo>
                <a:lnTo>
                  <a:pt x="51906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1703017">
            <a:off x="-830704" y="262468"/>
            <a:ext cx="2144840" cy="4114800"/>
          </a:xfrm>
          <a:custGeom>
            <a:avLst/>
            <a:gdLst/>
            <a:ahLst/>
            <a:cxnLst/>
            <a:rect l="l" t="t" r="r" b="b"/>
            <a:pathLst>
              <a:path w="2144840" h="4114800">
                <a:moveTo>
                  <a:pt x="0" y="0"/>
                </a:moveTo>
                <a:lnTo>
                  <a:pt x="2144840" y="0"/>
                </a:lnTo>
                <a:lnTo>
                  <a:pt x="2144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 rot="-1961260" flipH="1">
            <a:off x="16586314" y="518509"/>
            <a:ext cx="2144840" cy="4114800"/>
          </a:xfrm>
          <a:custGeom>
            <a:avLst/>
            <a:gdLst/>
            <a:ahLst/>
            <a:cxnLst/>
            <a:rect l="l" t="t" r="r" b="b"/>
            <a:pathLst>
              <a:path w="2144840" h="4114800">
                <a:moveTo>
                  <a:pt x="2144839" y="0"/>
                </a:moveTo>
                <a:lnTo>
                  <a:pt x="0" y="0"/>
                </a:lnTo>
                <a:lnTo>
                  <a:pt x="0" y="4114800"/>
                </a:lnTo>
                <a:lnTo>
                  <a:pt x="2144839" y="4114800"/>
                </a:lnTo>
                <a:lnTo>
                  <a:pt x="2144839" y="0"/>
                </a:lnTo>
                <a:close/>
              </a:path>
            </a:pathLst>
          </a:custGeom>
          <a:blipFill>
            <a:blip r:embed="rId6">
              <a:alphaModFix amt="2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4510025" y="571881"/>
            <a:ext cx="8767251" cy="81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16"/>
              </a:lnSpc>
            </a:pPr>
            <a:r>
              <a:rPr lang="en-US" sz="4800" spc="30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77486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528002" y="2644589"/>
            <a:ext cx="16731298" cy="252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</a:pPr>
            <a:r>
              <a:rPr lang="pt-BR" sz="35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Ilustrar a aplicabilidade prática das ferramentas e técnicas aprendidas durante o 2º sem do curso de Ciência de Dados para Negócios, a partir da  implementação de métodos em um cenário de empresa fictícia, ao integrar e a correlacionar  os conteúdos abordados nas disciplinas do curso.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39898" y="1647825"/>
            <a:ext cx="9627254" cy="0"/>
          </a:xfrm>
          <a:prstGeom prst="line">
            <a:avLst/>
          </a:prstGeom>
          <a:ln w="5715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16392468" y="128450"/>
            <a:ext cx="1733665" cy="900250"/>
            <a:chOff x="0" y="0"/>
            <a:chExt cx="2311553" cy="1200333"/>
          </a:xfrm>
        </p:grpSpPr>
        <p:sp>
          <p:nvSpPr>
            <p:cNvPr id="12" name="TextBox 12"/>
            <p:cNvSpPr txBox="1"/>
            <p:nvPr/>
          </p:nvSpPr>
          <p:spPr>
            <a:xfrm>
              <a:off x="28484" y="-77708"/>
              <a:ext cx="2283069" cy="127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17"/>
                </a:lnSpc>
                <a:spcBef>
                  <a:spcPct val="0"/>
                </a:spcBef>
              </a:pPr>
              <a:r>
                <a:rPr lang="en-US" sz="5727">
                  <a:solidFill>
                    <a:srgbClr val="662B61"/>
                  </a:solidFill>
                  <a:latin typeface="Open Sans"/>
                  <a:ea typeface="Open Sans"/>
                  <a:cs typeface="Open Sans"/>
                  <a:sym typeface="Open Sans"/>
                </a:rPr>
                <a:t>ɎΔRΔ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6" y="-99932"/>
              <a:ext cx="2283069" cy="127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17"/>
                </a:lnSpc>
                <a:spcBef>
                  <a:spcPct val="0"/>
                </a:spcBef>
              </a:pPr>
              <a:r>
                <a:rPr lang="en-US" sz="5727">
                  <a:solidFill>
                    <a:srgbClr val="AF9C4B"/>
                  </a:solidFill>
                  <a:latin typeface="Open Sans"/>
                  <a:ea typeface="Open Sans"/>
                  <a:cs typeface="Open Sans"/>
                  <a:sym typeface="Open Sans"/>
                </a:rPr>
                <a:t>ɎΔRΔ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2283069" cy="1278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17"/>
                </a:lnSpc>
                <a:spcBef>
                  <a:spcPct val="0"/>
                </a:spcBef>
              </a:pPr>
              <a:r>
                <a:rPr lang="en-US" sz="5727">
                  <a:solidFill>
                    <a:srgbClr val="61ABA3"/>
                  </a:solidFill>
                  <a:latin typeface="Open Sans"/>
                  <a:ea typeface="Open Sans"/>
                  <a:cs typeface="Open Sans"/>
                  <a:sym typeface="Open Sans"/>
                </a:rPr>
                <a:t>ɎΔRΔ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82" t="-51841" r="-35982" b="-518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1703017">
            <a:off x="-830704" y="262468"/>
            <a:ext cx="2144840" cy="4114800"/>
          </a:xfrm>
          <a:custGeom>
            <a:avLst/>
            <a:gdLst/>
            <a:ahLst/>
            <a:cxnLst/>
            <a:rect l="l" t="t" r="r" b="b"/>
            <a:pathLst>
              <a:path w="2144840" h="4114800">
                <a:moveTo>
                  <a:pt x="0" y="0"/>
                </a:moveTo>
                <a:lnTo>
                  <a:pt x="2144840" y="0"/>
                </a:lnTo>
                <a:lnTo>
                  <a:pt x="2144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rot="-1961260" flipH="1">
            <a:off x="16586314" y="518509"/>
            <a:ext cx="2144840" cy="4114800"/>
          </a:xfrm>
          <a:custGeom>
            <a:avLst/>
            <a:gdLst/>
            <a:ahLst/>
            <a:cxnLst/>
            <a:rect l="l" t="t" r="r" b="b"/>
            <a:pathLst>
              <a:path w="2144840" h="4114800">
                <a:moveTo>
                  <a:pt x="2144839" y="0"/>
                </a:moveTo>
                <a:lnTo>
                  <a:pt x="0" y="0"/>
                </a:lnTo>
                <a:lnTo>
                  <a:pt x="0" y="4114800"/>
                </a:lnTo>
                <a:lnTo>
                  <a:pt x="2144839" y="4114800"/>
                </a:lnTo>
                <a:lnTo>
                  <a:pt x="2144839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4760374" y="354934"/>
            <a:ext cx="8767251" cy="88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67"/>
              </a:lnSpc>
            </a:pPr>
            <a:r>
              <a:rPr lang="en-US" sz="5188" spc="3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77486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895115" y="2243668"/>
            <a:ext cx="12497771" cy="160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E6E6E6"/>
                </a:solidFill>
                <a:latin typeface="Arimo"/>
                <a:ea typeface="Arimo"/>
                <a:cs typeface="Arimo"/>
                <a:sym typeface="Arimo"/>
              </a:rPr>
              <a:t>A Yara pertence à categoria de Cuidados íntimos e Pessoais do setor secundário econômico, representada neste contexto pelo panorama da indústria de Higiene Pessoal, Perfumaria e Cosméticos (HPPC).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02078" y="0"/>
            <a:ext cx="2285922" cy="914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  <a:spcBef>
                <a:spcPct val="0"/>
              </a:spcBef>
            </a:pPr>
            <a:r>
              <a:rPr lang="en-US" sz="5357" dirty="0">
                <a:solidFill>
                  <a:srgbClr val="61ABA3"/>
                </a:solidFill>
                <a:latin typeface="Open Sans"/>
                <a:ea typeface="Open Sans"/>
                <a:cs typeface="Open Sans"/>
                <a:sym typeface="Open Sans"/>
              </a:rPr>
              <a:t>ɎΔRΔ</a:t>
            </a:r>
          </a:p>
        </p:txBody>
      </p:sp>
      <p:sp>
        <p:nvSpPr>
          <p:cNvPr id="9" name="AutoShape 9"/>
          <p:cNvSpPr/>
          <p:nvPr/>
        </p:nvSpPr>
        <p:spPr>
          <a:xfrm>
            <a:off x="4090515" y="1667334"/>
            <a:ext cx="9627254" cy="0"/>
          </a:xfrm>
          <a:prstGeom prst="line">
            <a:avLst/>
          </a:prstGeom>
          <a:ln w="5715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0" name="Group 10"/>
          <p:cNvGrpSpPr/>
          <p:nvPr/>
        </p:nvGrpSpPr>
        <p:grpSpPr>
          <a:xfrm>
            <a:off x="1215122" y="4781214"/>
            <a:ext cx="2888419" cy="724571"/>
            <a:chOff x="0" y="0"/>
            <a:chExt cx="3851225" cy="96609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0"/>
              <a:ext cx="3851225" cy="1026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537"/>
                </a:lnSpc>
                <a:spcBef>
                  <a:spcPct val="0"/>
                </a:spcBef>
              </a:pPr>
              <a:r>
                <a:rPr lang="en-US" sz="4603" b="1" u="none" strike="noStrike" spc="46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MISSÃO</a:t>
              </a: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60822" y="931622"/>
              <a:ext cx="3595240" cy="0"/>
            </a:xfrm>
            <a:prstGeom prst="line">
              <a:avLst/>
            </a:prstGeom>
            <a:ln w="68946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29704" y="4639735"/>
            <a:ext cx="3228592" cy="800811"/>
            <a:chOff x="0" y="0"/>
            <a:chExt cx="4304790" cy="1067748"/>
          </a:xfrm>
        </p:grpSpPr>
        <p:sp>
          <p:nvSpPr>
            <p:cNvPr id="14" name="AutoShape 14"/>
            <p:cNvSpPr/>
            <p:nvPr/>
          </p:nvSpPr>
          <p:spPr>
            <a:xfrm>
              <a:off x="607685" y="1029648"/>
              <a:ext cx="3089420" cy="0"/>
            </a:xfrm>
            <a:prstGeom prst="line">
              <a:avLst/>
            </a:prstGeom>
            <a:ln w="76200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4304790" cy="1134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225"/>
                </a:lnSpc>
                <a:spcBef>
                  <a:spcPct val="0"/>
                </a:spcBef>
              </a:pPr>
              <a:r>
                <a:rPr lang="en-US" sz="5088" b="1" u="none" strike="noStrike" spc="50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VISÃO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207958" y="4781214"/>
            <a:ext cx="3856443" cy="800811"/>
            <a:chOff x="0" y="0"/>
            <a:chExt cx="5141924" cy="1067748"/>
          </a:xfrm>
        </p:grpSpPr>
        <p:sp>
          <p:nvSpPr>
            <p:cNvPr id="17" name="AutoShape 17"/>
            <p:cNvSpPr/>
            <p:nvPr/>
          </p:nvSpPr>
          <p:spPr>
            <a:xfrm>
              <a:off x="725859" y="1029648"/>
              <a:ext cx="3690206" cy="0"/>
            </a:xfrm>
            <a:prstGeom prst="line">
              <a:avLst/>
            </a:prstGeom>
            <a:ln w="76200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04775"/>
              <a:ext cx="5141924" cy="1134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225"/>
                </a:lnSpc>
                <a:spcBef>
                  <a:spcPct val="0"/>
                </a:spcBef>
              </a:pPr>
              <a:r>
                <a:rPr lang="en-US" sz="5088" b="1" spc="50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VALORES 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511400" y="7111787"/>
            <a:ext cx="171648" cy="88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12952" y="5931924"/>
            <a:ext cx="445145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Ética e transparência;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Sustentabilidade;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Empoderamento 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Inovação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93890" y="5922399"/>
            <a:ext cx="5460490" cy="3715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Promover o bem-estar dos nossos clientes, comprometendo-se com a sustentabilidade e a responsabilidade ambiental da cadeia de produção, e ser reconhecida por isso;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5711" y="5922399"/>
            <a:ext cx="4638807" cy="2648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Fornecer produtos de beleza de alta qualidade, livres de crueldade animal e ingredientes de origem animal;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2857714"/>
            <a:ext cx="5074830" cy="5106621"/>
            <a:chOff x="0" y="0"/>
            <a:chExt cx="812800" cy="8178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7892"/>
            </a:xfrm>
            <a:custGeom>
              <a:avLst/>
              <a:gdLst/>
              <a:ahLst/>
              <a:cxnLst/>
              <a:rect l="l" t="t" r="r" b="b"/>
              <a:pathLst>
                <a:path w="812800" h="817892">
                  <a:moveTo>
                    <a:pt x="406400" y="0"/>
                  </a:moveTo>
                  <a:cubicBezTo>
                    <a:pt x="181951" y="0"/>
                    <a:pt x="0" y="183091"/>
                    <a:pt x="0" y="408946"/>
                  </a:cubicBezTo>
                  <a:cubicBezTo>
                    <a:pt x="0" y="634800"/>
                    <a:pt x="181951" y="817892"/>
                    <a:pt x="406400" y="817892"/>
                  </a:cubicBezTo>
                  <a:cubicBezTo>
                    <a:pt x="630849" y="817892"/>
                    <a:pt x="812800" y="634800"/>
                    <a:pt x="812800" y="408946"/>
                  </a:cubicBezTo>
                  <a:cubicBezTo>
                    <a:pt x="812800" y="18309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2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76677"/>
              <a:ext cx="660400" cy="66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42839" y="2794711"/>
            <a:ext cx="5074830" cy="5106621"/>
            <a:chOff x="0" y="0"/>
            <a:chExt cx="812800" cy="8178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7892"/>
            </a:xfrm>
            <a:custGeom>
              <a:avLst/>
              <a:gdLst/>
              <a:ahLst/>
              <a:cxnLst/>
              <a:rect l="l" t="t" r="r" b="b"/>
              <a:pathLst>
                <a:path w="812800" h="817892">
                  <a:moveTo>
                    <a:pt x="406400" y="0"/>
                  </a:moveTo>
                  <a:cubicBezTo>
                    <a:pt x="181951" y="0"/>
                    <a:pt x="0" y="183091"/>
                    <a:pt x="0" y="408946"/>
                  </a:cubicBezTo>
                  <a:cubicBezTo>
                    <a:pt x="0" y="634800"/>
                    <a:pt x="181951" y="817892"/>
                    <a:pt x="406400" y="817892"/>
                  </a:cubicBezTo>
                  <a:cubicBezTo>
                    <a:pt x="630849" y="817892"/>
                    <a:pt x="812800" y="634800"/>
                    <a:pt x="812800" y="408946"/>
                  </a:cubicBezTo>
                  <a:cubicBezTo>
                    <a:pt x="812800" y="18309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236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76677"/>
              <a:ext cx="660400" cy="66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45828" y="2794711"/>
            <a:ext cx="5074830" cy="5106621"/>
            <a:chOff x="0" y="0"/>
            <a:chExt cx="812800" cy="8178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7892"/>
            </a:xfrm>
            <a:custGeom>
              <a:avLst/>
              <a:gdLst/>
              <a:ahLst/>
              <a:cxnLst/>
              <a:rect l="l" t="t" r="r" b="b"/>
              <a:pathLst>
                <a:path w="812800" h="817892">
                  <a:moveTo>
                    <a:pt x="406400" y="0"/>
                  </a:moveTo>
                  <a:cubicBezTo>
                    <a:pt x="181951" y="0"/>
                    <a:pt x="0" y="183091"/>
                    <a:pt x="0" y="408946"/>
                  </a:cubicBezTo>
                  <a:cubicBezTo>
                    <a:pt x="0" y="634800"/>
                    <a:pt x="181951" y="817892"/>
                    <a:pt x="406400" y="817892"/>
                  </a:cubicBezTo>
                  <a:cubicBezTo>
                    <a:pt x="630849" y="817892"/>
                    <a:pt x="812800" y="634800"/>
                    <a:pt x="812800" y="408946"/>
                  </a:cubicBezTo>
                  <a:cubicBezTo>
                    <a:pt x="812800" y="18309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2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76677"/>
              <a:ext cx="660400" cy="66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67773" y="2794711"/>
            <a:ext cx="5074830" cy="5106621"/>
            <a:chOff x="0" y="0"/>
            <a:chExt cx="812800" cy="8178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7892"/>
            </a:xfrm>
            <a:custGeom>
              <a:avLst/>
              <a:gdLst/>
              <a:ahLst/>
              <a:cxnLst/>
              <a:rect l="l" t="t" r="r" b="b"/>
              <a:pathLst>
                <a:path w="812800" h="817892">
                  <a:moveTo>
                    <a:pt x="406400" y="0"/>
                  </a:moveTo>
                  <a:cubicBezTo>
                    <a:pt x="181951" y="0"/>
                    <a:pt x="0" y="183091"/>
                    <a:pt x="0" y="408946"/>
                  </a:cubicBezTo>
                  <a:cubicBezTo>
                    <a:pt x="0" y="634800"/>
                    <a:pt x="181951" y="817892"/>
                    <a:pt x="406400" y="817892"/>
                  </a:cubicBezTo>
                  <a:cubicBezTo>
                    <a:pt x="630849" y="817892"/>
                    <a:pt x="812800" y="634800"/>
                    <a:pt x="812800" y="408946"/>
                  </a:cubicBezTo>
                  <a:cubicBezTo>
                    <a:pt x="812800" y="18309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236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76677"/>
              <a:ext cx="660400" cy="66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213170" y="2794711"/>
            <a:ext cx="5074830" cy="5106621"/>
            <a:chOff x="0" y="0"/>
            <a:chExt cx="812800" cy="8178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7892"/>
            </a:xfrm>
            <a:custGeom>
              <a:avLst/>
              <a:gdLst/>
              <a:ahLst/>
              <a:cxnLst/>
              <a:rect l="l" t="t" r="r" b="b"/>
              <a:pathLst>
                <a:path w="812800" h="817892">
                  <a:moveTo>
                    <a:pt x="406400" y="0"/>
                  </a:moveTo>
                  <a:cubicBezTo>
                    <a:pt x="181951" y="0"/>
                    <a:pt x="0" y="183091"/>
                    <a:pt x="0" y="408946"/>
                  </a:cubicBezTo>
                  <a:cubicBezTo>
                    <a:pt x="0" y="634800"/>
                    <a:pt x="181951" y="817892"/>
                    <a:pt x="406400" y="817892"/>
                  </a:cubicBezTo>
                  <a:cubicBezTo>
                    <a:pt x="630849" y="817892"/>
                    <a:pt x="812800" y="634800"/>
                    <a:pt x="812800" y="408946"/>
                  </a:cubicBezTo>
                  <a:cubicBezTo>
                    <a:pt x="812800" y="18309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2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76677"/>
              <a:ext cx="660400" cy="66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43734" y="4470298"/>
            <a:ext cx="2799106" cy="72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84"/>
              </a:lnSpc>
              <a:spcBef>
                <a:spcPct val="0"/>
              </a:spcBef>
            </a:pPr>
            <a:r>
              <a:rPr lang="en-US" sz="4274" b="1" spc="26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IMERSÃO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76823" y="5566337"/>
            <a:ext cx="3039991" cy="671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13"/>
              </a:lnSpc>
              <a:spcBef>
                <a:spcPct val="0"/>
              </a:spcBef>
            </a:pPr>
            <a:r>
              <a:rPr lang="en-US" sz="3866" b="1" spc="243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PROBLEMA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70004" y="4513399"/>
            <a:ext cx="3473734" cy="72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3"/>
              </a:lnSpc>
              <a:spcBef>
                <a:spcPct val="0"/>
              </a:spcBef>
            </a:pPr>
            <a:r>
              <a:rPr lang="en-US" sz="4209" b="1" u="none" strike="noStrike" spc="265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IDEAÇÃO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47516" y="5487948"/>
            <a:ext cx="3156195" cy="65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54"/>
              </a:lnSpc>
              <a:spcBef>
                <a:spcPct val="0"/>
              </a:spcBef>
            </a:pPr>
            <a:r>
              <a:rPr lang="en-US" sz="3824" b="1" u="none" strike="noStrike" spc="24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PROTÓTIPO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93294" y="4469692"/>
            <a:ext cx="3156195" cy="65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54"/>
              </a:lnSpc>
              <a:spcBef>
                <a:spcPct val="0"/>
              </a:spcBef>
            </a:pPr>
            <a:r>
              <a:rPr lang="en-US" sz="3824" b="1" u="none" strike="noStrike" spc="24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VALIDAÇÃO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3734" y="5146150"/>
            <a:ext cx="2799106" cy="505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40"/>
              </a:lnSpc>
              <a:spcBef>
                <a:spcPct val="0"/>
              </a:spcBef>
            </a:pPr>
            <a:r>
              <a:rPr lang="en-US" sz="2957" spc="186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VIVÊNCIA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35391" y="5191328"/>
            <a:ext cx="3210436" cy="460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0"/>
              </a:lnSpc>
              <a:spcBef>
                <a:spcPct val="0"/>
              </a:spcBef>
            </a:pPr>
            <a:r>
              <a:rPr lang="en-US" sz="2686" spc="169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IDENTIFICAÇÃO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70004" y="5200853"/>
            <a:ext cx="3495330" cy="48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94"/>
              </a:lnSpc>
              <a:spcBef>
                <a:spcPct val="0"/>
              </a:spcBef>
            </a:pPr>
            <a:r>
              <a:rPr lang="en-US" sz="2924" spc="184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HIPÓTESES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47516" y="5074746"/>
            <a:ext cx="3175817" cy="48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0"/>
              </a:lnSpc>
              <a:spcBef>
                <a:spcPct val="0"/>
              </a:spcBef>
            </a:pPr>
            <a:r>
              <a:rPr lang="en-US" sz="2857" spc="180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RASCUNHO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83483" y="5020099"/>
            <a:ext cx="3175817" cy="54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0"/>
              </a:lnSpc>
              <a:spcBef>
                <a:spcPct val="0"/>
              </a:spcBef>
            </a:pPr>
            <a:r>
              <a:rPr lang="en-US" sz="3257" spc="205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MVP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0025" y="571881"/>
            <a:ext cx="8767251" cy="81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16"/>
              </a:lnSpc>
            </a:pPr>
            <a:r>
              <a:rPr lang="en-US" sz="4800" spc="30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DESIGN THINKING</a:t>
            </a:r>
          </a:p>
        </p:txBody>
      </p:sp>
      <p:sp>
        <p:nvSpPr>
          <p:cNvPr id="29" name="AutoShape 29"/>
          <p:cNvSpPr/>
          <p:nvPr/>
        </p:nvSpPr>
        <p:spPr>
          <a:xfrm>
            <a:off x="4339898" y="1647825"/>
            <a:ext cx="9627254" cy="0"/>
          </a:xfrm>
          <a:prstGeom prst="line">
            <a:avLst/>
          </a:prstGeom>
          <a:ln w="5715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212667" y="140528"/>
            <a:ext cx="6800276" cy="623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12"/>
              </a:lnSpc>
            </a:pPr>
            <a:r>
              <a:rPr lang="en-US" sz="3600" spc="2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PERSONA</a:t>
            </a:r>
          </a:p>
        </p:txBody>
      </p:sp>
      <p:sp>
        <p:nvSpPr>
          <p:cNvPr id="4" name="Freeform 4"/>
          <p:cNvSpPr/>
          <p:nvPr/>
        </p:nvSpPr>
        <p:spPr>
          <a:xfrm>
            <a:off x="11967954" y="-124461"/>
            <a:ext cx="7792652" cy="10535922"/>
          </a:xfrm>
          <a:custGeom>
            <a:avLst/>
            <a:gdLst/>
            <a:ahLst/>
            <a:cxnLst/>
            <a:rect l="l" t="t" r="r" b="b"/>
            <a:pathLst>
              <a:path w="7792652" h="10535922">
                <a:moveTo>
                  <a:pt x="0" y="0"/>
                </a:moveTo>
                <a:lnTo>
                  <a:pt x="7792652" y="0"/>
                </a:lnTo>
                <a:lnTo>
                  <a:pt x="7792652" y="10535922"/>
                </a:lnTo>
                <a:lnTo>
                  <a:pt x="0" y="10535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681" r="-55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212667" y="838185"/>
            <a:ext cx="11318573" cy="856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06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Nome: Camila Freitas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Idade: 29 anos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Residência: São Paulo, SP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Profissão: Designer de interiores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Escolaridade: Graduada em Arquitetura e Urbanismo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Estilo de vida: Vegana há 6 anos, apaixonada por práticas sustentáveis e bem-estar.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endParaRPr lang="en-US" sz="20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Descrição: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Camila é uma mulher que busca viver em harmonia com seus valores éticos e sustentáveis. Como vegana convicta, ela faz questão de consumir apenas produtos que respeitem os animais e o meio ambiente. Adora participar de eventos e feiras veganas, onde se sente conectada a uma comunidade que compartilha suas crenças. Na rotina, prioriza cuidados pessoais que refletem sua identidade: gosta de produtos naturais, elegantes e livres de crueldade animal.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endParaRPr lang="en-US" sz="20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2926"/>
              </a:lnSpc>
              <a:spcBef>
                <a:spcPct val="0"/>
              </a:spcBef>
            </a:pPr>
            <a:endParaRPr lang="en-US" sz="209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Objetivos e necessidades: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Encontrar um perfume ou água de colônia que represente sua essência: leve, natural e sofisticada.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Garantir que o produto esteja alinhado com seus valores éticos, como ser cruelty-free, vegano e sustentável.</a:t>
            </a:r>
          </a:p>
          <a:p>
            <a:pPr algn="just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Sentir-se especial e parte de um grupo que compartilha seus ideais.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1645636" y="1477466"/>
            <a:ext cx="6696983" cy="2850597"/>
          </a:xfrm>
          <a:prstGeom prst="line">
            <a:avLst/>
          </a:prstGeom>
          <a:ln w="3810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 flipH="1">
            <a:off x="10423146" y="1477466"/>
            <a:ext cx="6550207" cy="2861266"/>
          </a:xfrm>
          <a:prstGeom prst="line">
            <a:avLst/>
          </a:prstGeom>
          <a:ln w="3810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AutoShape 5"/>
          <p:cNvSpPr/>
          <p:nvPr/>
        </p:nvSpPr>
        <p:spPr>
          <a:xfrm flipH="1" flipV="1">
            <a:off x="10414737" y="4952028"/>
            <a:ext cx="6844563" cy="3716716"/>
          </a:xfrm>
          <a:prstGeom prst="line">
            <a:avLst/>
          </a:prstGeom>
          <a:ln w="3810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AutoShape 6"/>
          <p:cNvSpPr/>
          <p:nvPr/>
        </p:nvSpPr>
        <p:spPr>
          <a:xfrm flipV="1">
            <a:off x="427826" y="4910788"/>
            <a:ext cx="7922655" cy="3933168"/>
          </a:xfrm>
          <a:prstGeom prst="line">
            <a:avLst/>
          </a:prstGeom>
          <a:ln w="3810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AutoShape 7"/>
          <p:cNvSpPr/>
          <p:nvPr/>
        </p:nvSpPr>
        <p:spPr>
          <a:xfrm>
            <a:off x="3377654" y="8163140"/>
            <a:ext cx="11885471" cy="0"/>
          </a:xfrm>
          <a:prstGeom prst="line">
            <a:avLst/>
          </a:prstGeom>
          <a:ln w="3810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 flipV="1">
            <a:off x="9495073" y="8742011"/>
            <a:ext cx="0" cy="1147085"/>
          </a:xfrm>
          <a:prstGeom prst="line">
            <a:avLst/>
          </a:prstGeom>
          <a:ln w="3810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8755997" y="3698107"/>
            <a:ext cx="1564906" cy="1963321"/>
          </a:xfrm>
          <a:custGeom>
            <a:avLst/>
            <a:gdLst/>
            <a:ahLst/>
            <a:cxnLst/>
            <a:rect l="l" t="t" r="r" b="b"/>
            <a:pathLst>
              <a:path w="1564906" h="1963321">
                <a:moveTo>
                  <a:pt x="0" y="0"/>
                </a:moveTo>
                <a:lnTo>
                  <a:pt x="1564905" y="0"/>
                </a:lnTo>
                <a:lnTo>
                  <a:pt x="1564905" y="1963321"/>
                </a:lnTo>
                <a:lnTo>
                  <a:pt x="0" y="19633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</a:blip>
            <a:stretch>
              <a:fillRect l="-42613" t="-16686" r="-40461" b="-2923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427826" y="79688"/>
            <a:ext cx="6800276" cy="623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12"/>
              </a:lnSpc>
            </a:pPr>
            <a:r>
              <a:rPr lang="en-US" sz="3600" spc="2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EMPATHY MAP </a:t>
            </a:r>
          </a:p>
        </p:txBody>
      </p:sp>
      <p:sp>
        <p:nvSpPr>
          <p:cNvPr id="11" name="TextBox 11"/>
          <p:cNvSpPr txBox="1"/>
          <p:nvPr/>
        </p:nvSpPr>
        <p:spPr>
          <a:xfrm rot="-1423418">
            <a:off x="11999932" y="2940795"/>
            <a:ext cx="3371542" cy="57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7"/>
              </a:lnSpc>
              <a:spcBef>
                <a:spcPct val="0"/>
              </a:spcBef>
            </a:pPr>
            <a:r>
              <a:rPr lang="en-US" sz="3319" b="1" u="none" strike="noStrike" spc="20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 QUE ELA VÊ?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62116" y="1061189"/>
            <a:ext cx="5978341" cy="57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7"/>
              </a:lnSpc>
              <a:spcBef>
                <a:spcPct val="0"/>
              </a:spcBef>
            </a:pPr>
            <a:r>
              <a:rPr lang="en-US" sz="3319" b="1" u="none" strike="noStrike" spc="20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 QUE ELA PENSA E SENTE?</a:t>
            </a:r>
          </a:p>
        </p:txBody>
      </p:sp>
      <p:sp>
        <p:nvSpPr>
          <p:cNvPr id="13" name="TextBox 13"/>
          <p:cNvSpPr txBox="1"/>
          <p:nvPr/>
        </p:nvSpPr>
        <p:spPr>
          <a:xfrm rot="1373173">
            <a:off x="3173161" y="3048917"/>
            <a:ext cx="3843352" cy="57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7"/>
              </a:lnSpc>
              <a:spcBef>
                <a:spcPct val="0"/>
              </a:spcBef>
            </a:pPr>
            <a:r>
              <a:rPr lang="en-US" sz="3319" b="1" u="none" strike="noStrike" spc="20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 QUE ELA OUVE?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6993" y="5585228"/>
            <a:ext cx="4808587" cy="57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7"/>
              </a:lnSpc>
              <a:spcBef>
                <a:spcPct val="0"/>
              </a:spcBef>
            </a:pPr>
            <a:r>
              <a:rPr lang="en-US" sz="3319" b="1" u="none" strike="noStrike" spc="20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 QUE ELE DIZ E FAZ?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08534" y="8095828"/>
            <a:ext cx="1919568" cy="57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7"/>
              </a:lnSpc>
              <a:spcBef>
                <a:spcPct val="0"/>
              </a:spcBef>
            </a:pPr>
            <a:r>
              <a:rPr lang="en-US" sz="3319" b="1" u="none" strike="noStrike" spc="20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DORES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13966" y="8095828"/>
            <a:ext cx="1919568" cy="57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7"/>
              </a:lnSpc>
              <a:spcBef>
                <a:spcPct val="0"/>
              </a:spcBef>
            </a:pPr>
            <a:r>
              <a:rPr lang="en-US" sz="3319" b="1" u="none" strike="noStrike" spc="20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GANHOS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6116" y="8853481"/>
            <a:ext cx="7754091" cy="81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78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 frustrações e desafios que enfrentam (como a falta de opções acessíveis e a confusão sobre produtos) devem ser explorados para identificar oportunidades de inovação e desenvolvimento de produtos.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03443" y="8853481"/>
            <a:ext cx="7355857" cy="109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Os sonhos e aspirações do público vegano revelam uma demanda por maior diversidade e acessibilidade. Isso pode guiar o desenvolvimento de soluções que atendam a essas necessidades e criem um impacto positivo.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43637" y="626853"/>
            <a:ext cx="3039991" cy="67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13"/>
              </a:lnSpc>
              <a:spcBef>
                <a:spcPct val="0"/>
              </a:spcBef>
            </a:pPr>
            <a:r>
              <a:rPr lang="en-US" sz="3866" b="1" spc="243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IMERSÃO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43637" y="237867"/>
            <a:ext cx="3210436" cy="46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60"/>
              </a:lnSpc>
              <a:spcBef>
                <a:spcPct val="0"/>
              </a:spcBef>
            </a:pPr>
            <a:r>
              <a:rPr lang="en-US" sz="2686" spc="169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VIVÊNCIA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06860" y="6347444"/>
            <a:ext cx="7288854" cy="70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7"/>
              </a:lnSpc>
            </a:pPr>
            <a:r>
              <a:rPr lang="en-US" sz="20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·"Quero um perfume que combine comigo e ainda respeite meus valores."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13020" y="7225946"/>
            <a:ext cx="11444345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"Me preocupo com a origem e o impacto dos produtos que consumo."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-56596" y="3690543"/>
            <a:ext cx="4730663" cy="92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Influenciadoras digitais falando sobre o impacto da escolha por produtos sustentáveis.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7826" y="5232515"/>
            <a:ext cx="4246241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Relatos de consumidores sobre boas experiências com marcas éticas.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86855" y="1917075"/>
            <a:ext cx="3403352" cy="92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"Eu quero um produto que me represente, mas sem abrir mão da qualidade."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58886" y="1875757"/>
            <a:ext cx="3193389" cy="92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"Será que esse perfume é realmente vegano e sustentável?"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10154" y="3081130"/>
            <a:ext cx="4760106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"Preciso de uma solução prática, mas que também me conecte emocionalmente."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243637" y="3233591"/>
            <a:ext cx="3715936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Rótulos com ingredientes químicos e pouco transparentes.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13966" y="4489539"/>
            <a:ext cx="4525783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Publicidades focadas em luxo, mas sem abordar sustentabilidade ou ética.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628097" y="5680891"/>
            <a:ext cx="4441515" cy="92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· Comunidades online compartilhando produtos veganos e dicas de consumo consciente.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2649582" y="6852163"/>
            <a:ext cx="5601963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Consciência ambiental e sustentabilidade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87011" y="6852163"/>
            <a:ext cx="5336638" cy="128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Promover exclusividade, mas sem elevar custos</a:t>
            </a:r>
          </a:p>
        </p:txBody>
      </p:sp>
      <p:sp>
        <p:nvSpPr>
          <p:cNvPr id="5" name="Freeform 5"/>
          <p:cNvSpPr/>
          <p:nvPr/>
        </p:nvSpPr>
        <p:spPr>
          <a:xfrm rot="1703017">
            <a:off x="-830704" y="262468"/>
            <a:ext cx="2144840" cy="4114800"/>
          </a:xfrm>
          <a:custGeom>
            <a:avLst/>
            <a:gdLst/>
            <a:ahLst/>
            <a:cxnLst/>
            <a:rect l="l" t="t" r="r" b="b"/>
            <a:pathLst>
              <a:path w="2144840" h="4114800">
                <a:moveTo>
                  <a:pt x="0" y="0"/>
                </a:moveTo>
                <a:lnTo>
                  <a:pt x="2144840" y="0"/>
                </a:lnTo>
                <a:lnTo>
                  <a:pt x="2144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 rot="-1961260" flipH="1">
            <a:off x="16586314" y="518509"/>
            <a:ext cx="2144840" cy="4114800"/>
          </a:xfrm>
          <a:custGeom>
            <a:avLst/>
            <a:gdLst/>
            <a:ahLst/>
            <a:cxnLst/>
            <a:rect l="l" t="t" r="r" b="b"/>
            <a:pathLst>
              <a:path w="2144840" h="4114800">
                <a:moveTo>
                  <a:pt x="2144839" y="0"/>
                </a:moveTo>
                <a:lnTo>
                  <a:pt x="0" y="0"/>
                </a:lnTo>
                <a:lnTo>
                  <a:pt x="0" y="4114800"/>
                </a:lnTo>
                <a:lnTo>
                  <a:pt x="2144839" y="4114800"/>
                </a:lnTo>
                <a:lnTo>
                  <a:pt x="2144839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4356952" y="358842"/>
            <a:ext cx="9574095" cy="86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00"/>
              </a:lnSpc>
            </a:pPr>
            <a:r>
              <a:rPr lang="en-US" sz="5000" u="none" strike="noStrike" spc="31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PRINCIPAIS PROBLEMAS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77486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2649582" y="2791020"/>
            <a:ext cx="5784597" cy="128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E6E6E6"/>
                </a:solidFill>
                <a:latin typeface="Arimo"/>
                <a:ea typeface="Arimo"/>
                <a:cs typeface="Arimo"/>
                <a:sym typeface="Arimo"/>
              </a:rPr>
              <a:t>Disponibilidade limitada de produtos veganos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49582" y="4823973"/>
            <a:ext cx="5967231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Custo de produção elevado para produtos naturais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53136" y="2758757"/>
            <a:ext cx="5804388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Parcerias com fornecedores confiáveis e éticos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84666" y="4823973"/>
            <a:ext cx="5141328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Práticas de fabricação eficientes e sustentáveis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649582" y="4621467"/>
            <a:ext cx="5784597" cy="0"/>
          </a:xfrm>
          <a:prstGeom prst="line">
            <a:avLst/>
          </a:prstGeom>
          <a:ln w="38100" cap="rnd">
            <a:solidFill>
              <a:srgbClr val="FFFFFF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4" name="AutoShape 14"/>
          <p:cNvSpPr/>
          <p:nvPr/>
        </p:nvSpPr>
        <p:spPr>
          <a:xfrm>
            <a:off x="2649582" y="6476958"/>
            <a:ext cx="5784597" cy="0"/>
          </a:xfrm>
          <a:prstGeom prst="line">
            <a:avLst/>
          </a:prstGeom>
          <a:ln w="38100" cap="rnd">
            <a:solidFill>
              <a:srgbClr val="FFFFFF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" name="AutoShape 15"/>
          <p:cNvSpPr/>
          <p:nvPr/>
        </p:nvSpPr>
        <p:spPr>
          <a:xfrm>
            <a:off x="10372927" y="6496008"/>
            <a:ext cx="5784597" cy="0"/>
          </a:xfrm>
          <a:prstGeom prst="line">
            <a:avLst/>
          </a:prstGeom>
          <a:ln w="38100" cap="rnd">
            <a:solidFill>
              <a:srgbClr val="FFFFFF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" name="AutoShape 16"/>
          <p:cNvSpPr/>
          <p:nvPr/>
        </p:nvSpPr>
        <p:spPr>
          <a:xfrm>
            <a:off x="10353136" y="4602417"/>
            <a:ext cx="5784597" cy="0"/>
          </a:xfrm>
          <a:prstGeom prst="line">
            <a:avLst/>
          </a:prstGeom>
          <a:ln w="38100" cap="rnd">
            <a:solidFill>
              <a:srgbClr val="FFFFFF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7" name="AutoShape 17"/>
          <p:cNvSpPr/>
          <p:nvPr/>
        </p:nvSpPr>
        <p:spPr>
          <a:xfrm>
            <a:off x="2649582" y="8544625"/>
            <a:ext cx="5784597" cy="0"/>
          </a:xfrm>
          <a:prstGeom prst="line">
            <a:avLst/>
          </a:prstGeom>
          <a:ln w="38100" cap="rnd">
            <a:solidFill>
              <a:srgbClr val="FFFFFF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8" name="AutoShape 18"/>
          <p:cNvSpPr/>
          <p:nvPr/>
        </p:nvSpPr>
        <p:spPr>
          <a:xfrm>
            <a:off x="10372927" y="8563675"/>
            <a:ext cx="5784597" cy="0"/>
          </a:xfrm>
          <a:prstGeom prst="line">
            <a:avLst/>
          </a:prstGeom>
          <a:ln w="38100" cap="rnd">
            <a:solidFill>
              <a:srgbClr val="FFFFFF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0" name="AutoShape 20"/>
          <p:cNvSpPr/>
          <p:nvPr/>
        </p:nvSpPr>
        <p:spPr>
          <a:xfrm>
            <a:off x="4103540" y="1695450"/>
            <a:ext cx="9627254" cy="0"/>
          </a:xfrm>
          <a:prstGeom prst="line">
            <a:avLst/>
          </a:prstGeom>
          <a:ln w="5715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hlinkClick r:id="rId3" tooltip="https://www.alquimiaporpaulafranco.com.br/index.html"/>
          </p:cNvPr>
          <p:cNvSpPr/>
          <p:nvPr/>
        </p:nvSpPr>
        <p:spPr>
          <a:xfrm>
            <a:off x="741240" y="4457514"/>
            <a:ext cx="3736375" cy="1396829"/>
          </a:xfrm>
          <a:custGeom>
            <a:avLst/>
            <a:gdLst/>
            <a:ahLst/>
            <a:cxnLst/>
            <a:rect l="l" t="t" r="r" b="b"/>
            <a:pathLst>
              <a:path w="3736375" h="1396829">
                <a:moveTo>
                  <a:pt x="0" y="0"/>
                </a:moveTo>
                <a:lnTo>
                  <a:pt x="3736375" y="0"/>
                </a:lnTo>
                <a:lnTo>
                  <a:pt x="3736375" y="1396829"/>
                </a:lnTo>
                <a:lnTo>
                  <a:pt x="0" y="1396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hlinkClick r:id="rId5" tooltip="https://www.matricariaalquimia.com.br/index.html"/>
          </p:cNvPr>
          <p:cNvSpPr/>
          <p:nvPr/>
        </p:nvSpPr>
        <p:spPr>
          <a:xfrm>
            <a:off x="5044070" y="3905128"/>
            <a:ext cx="2228918" cy="2228918"/>
          </a:xfrm>
          <a:custGeom>
            <a:avLst/>
            <a:gdLst/>
            <a:ahLst/>
            <a:cxnLst/>
            <a:rect l="l" t="t" r="r" b="b"/>
            <a:pathLst>
              <a:path w="2228918" h="2228918">
                <a:moveTo>
                  <a:pt x="0" y="0"/>
                </a:moveTo>
                <a:lnTo>
                  <a:pt x="2228918" y="0"/>
                </a:lnTo>
                <a:lnTo>
                  <a:pt x="2228918" y="2228918"/>
                </a:lnTo>
                <a:lnTo>
                  <a:pt x="0" y="22289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-1003325" y="6751851"/>
            <a:ext cx="5190688" cy="4114800"/>
          </a:xfrm>
          <a:custGeom>
            <a:avLst/>
            <a:gdLst/>
            <a:ahLst/>
            <a:cxnLst/>
            <a:rect l="l" t="t" r="r" b="b"/>
            <a:pathLst>
              <a:path w="5190688" h="4114800">
                <a:moveTo>
                  <a:pt x="0" y="0"/>
                </a:moveTo>
                <a:lnTo>
                  <a:pt x="5190688" y="0"/>
                </a:lnTo>
                <a:lnTo>
                  <a:pt x="5190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>
            <a:hlinkClick r:id="rId9" tooltip="https://amyi.co"/>
          </p:cNvPr>
          <p:cNvSpPr/>
          <p:nvPr/>
        </p:nvSpPr>
        <p:spPr>
          <a:xfrm>
            <a:off x="741240" y="6739038"/>
            <a:ext cx="3348346" cy="1821500"/>
          </a:xfrm>
          <a:custGeom>
            <a:avLst/>
            <a:gdLst/>
            <a:ahLst/>
            <a:cxnLst/>
            <a:rect l="l" t="t" r="r" b="b"/>
            <a:pathLst>
              <a:path w="3348346" h="1821500">
                <a:moveTo>
                  <a:pt x="0" y="0"/>
                </a:moveTo>
                <a:lnTo>
                  <a:pt x="3348346" y="0"/>
                </a:lnTo>
                <a:lnTo>
                  <a:pt x="3348346" y="1821501"/>
                </a:lnTo>
                <a:lnTo>
                  <a:pt x="0" y="18215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>
            <a:hlinkClick r:id="rId11" tooltip="https://www.lolacosmetics.com.br/Home"/>
          </p:cNvPr>
          <p:cNvSpPr/>
          <p:nvPr/>
        </p:nvSpPr>
        <p:spPr>
          <a:xfrm>
            <a:off x="4754888" y="6683330"/>
            <a:ext cx="2446633" cy="2446633"/>
          </a:xfrm>
          <a:custGeom>
            <a:avLst/>
            <a:gdLst/>
            <a:ahLst/>
            <a:cxnLst/>
            <a:rect l="l" t="t" r="r" b="b"/>
            <a:pathLst>
              <a:path w="2446633" h="2446633">
                <a:moveTo>
                  <a:pt x="0" y="0"/>
                </a:moveTo>
                <a:lnTo>
                  <a:pt x="2446633" y="0"/>
                </a:lnTo>
                <a:lnTo>
                  <a:pt x="2446633" y="2446633"/>
                </a:lnTo>
                <a:lnTo>
                  <a:pt x="0" y="24466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>
            <a:hlinkClick r:id="rId13" tooltip="https://www.boticario.com.br"/>
          </p:cNvPr>
          <p:cNvSpPr/>
          <p:nvPr/>
        </p:nvSpPr>
        <p:spPr>
          <a:xfrm>
            <a:off x="9901645" y="4332977"/>
            <a:ext cx="4582174" cy="599046"/>
          </a:xfrm>
          <a:custGeom>
            <a:avLst/>
            <a:gdLst/>
            <a:ahLst/>
            <a:cxnLst/>
            <a:rect l="l" t="t" r="r" b="b"/>
            <a:pathLst>
              <a:path w="4582174" h="599046">
                <a:moveTo>
                  <a:pt x="0" y="0"/>
                </a:moveTo>
                <a:lnTo>
                  <a:pt x="4582174" y="0"/>
                </a:lnTo>
                <a:lnTo>
                  <a:pt x="4582174" y="599046"/>
                </a:lnTo>
                <a:lnTo>
                  <a:pt x="0" y="5990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>
            <a:hlinkClick r:id="rId15" tooltip="https://www.natura.com.br"/>
          </p:cNvPr>
          <p:cNvSpPr/>
          <p:nvPr/>
        </p:nvSpPr>
        <p:spPr>
          <a:xfrm>
            <a:off x="9582496" y="6529616"/>
            <a:ext cx="2299713" cy="2299713"/>
          </a:xfrm>
          <a:custGeom>
            <a:avLst/>
            <a:gdLst/>
            <a:ahLst/>
            <a:cxnLst/>
            <a:rect l="l" t="t" r="r" b="b"/>
            <a:pathLst>
              <a:path w="2299713" h="2299713">
                <a:moveTo>
                  <a:pt x="0" y="0"/>
                </a:moveTo>
                <a:lnTo>
                  <a:pt x="2299712" y="0"/>
                </a:lnTo>
                <a:lnTo>
                  <a:pt x="2299712" y="2299713"/>
                </a:lnTo>
                <a:lnTo>
                  <a:pt x="0" y="22997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>
            <a:hlinkClick r:id="rId17" tooltip="https://www.thebodyshop.com.br"/>
          </p:cNvPr>
          <p:cNvSpPr/>
          <p:nvPr/>
        </p:nvSpPr>
        <p:spPr>
          <a:xfrm>
            <a:off x="12744598" y="6548666"/>
            <a:ext cx="5163863" cy="1377030"/>
          </a:xfrm>
          <a:custGeom>
            <a:avLst/>
            <a:gdLst/>
            <a:ahLst/>
            <a:cxnLst/>
            <a:rect l="l" t="t" r="r" b="b"/>
            <a:pathLst>
              <a:path w="5163863" h="1377030">
                <a:moveTo>
                  <a:pt x="0" y="0"/>
                </a:moveTo>
                <a:lnTo>
                  <a:pt x="5163863" y="0"/>
                </a:lnTo>
                <a:lnTo>
                  <a:pt x="5163863" y="1377030"/>
                </a:lnTo>
                <a:lnTo>
                  <a:pt x="0" y="137703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4378065" y="4668399"/>
            <a:ext cx="874008" cy="975060"/>
          </a:xfrm>
          <a:custGeom>
            <a:avLst/>
            <a:gdLst/>
            <a:ahLst/>
            <a:cxnLst/>
            <a:rect l="l" t="t" r="r" b="b"/>
            <a:pathLst>
              <a:path w="874008" h="975060">
                <a:moveTo>
                  <a:pt x="0" y="0"/>
                </a:moveTo>
                <a:lnTo>
                  <a:pt x="874008" y="0"/>
                </a:lnTo>
                <a:lnTo>
                  <a:pt x="874008" y="975059"/>
                </a:lnTo>
                <a:lnTo>
                  <a:pt x="0" y="97505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2415413" y="2116398"/>
            <a:ext cx="3088958" cy="144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VEGANAS</a:t>
            </a:r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91675" y="2116398"/>
            <a:ext cx="4980384" cy="144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CONSAGRADAS</a:t>
            </a:r>
          </a:p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COM SEGMENTO VEGANO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38752" y="8806430"/>
            <a:ext cx="390584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95% Portifólio 2022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07399" y="4952912"/>
            <a:ext cx="437066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93,6% Portifólio 2022 </a:t>
            </a:r>
          </a:p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Meta 100% 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82682" y="7583114"/>
            <a:ext cx="333244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Meta 100% 2023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79980" y="4212533"/>
            <a:ext cx="223825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CAGR 1,67%</a:t>
            </a:r>
          </a:p>
        </p:txBody>
      </p:sp>
      <p:sp>
        <p:nvSpPr>
          <p:cNvPr id="18" name="Freeform 18"/>
          <p:cNvSpPr/>
          <p:nvPr/>
        </p:nvSpPr>
        <p:spPr>
          <a:xfrm flipH="1">
            <a:off x="14305666" y="6751851"/>
            <a:ext cx="5190688" cy="4114800"/>
          </a:xfrm>
          <a:custGeom>
            <a:avLst/>
            <a:gdLst/>
            <a:ahLst/>
            <a:cxnLst/>
            <a:rect l="l" t="t" r="r" b="b"/>
            <a:pathLst>
              <a:path w="5190688" h="4114800">
                <a:moveTo>
                  <a:pt x="5190688" y="0"/>
                </a:moveTo>
                <a:lnTo>
                  <a:pt x="0" y="0"/>
                </a:lnTo>
                <a:lnTo>
                  <a:pt x="0" y="4114800"/>
                </a:lnTo>
                <a:lnTo>
                  <a:pt x="5190688" y="4114800"/>
                </a:lnTo>
                <a:lnTo>
                  <a:pt x="519068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Freeform 19"/>
          <p:cNvSpPr/>
          <p:nvPr/>
        </p:nvSpPr>
        <p:spPr>
          <a:xfrm rot="1703017">
            <a:off x="-578537" y="-261156"/>
            <a:ext cx="2144840" cy="4114800"/>
          </a:xfrm>
          <a:custGeom>
            <a:avLst/>
            <a:gdLst/>
            <a:ahLst/>
            <a:cxnLst/>
            <a:rect l="l" t="t" r="r" b="b"/>
            <a:pathLst>
              <a:path w="2144840" h="4114800">
                <a:moveTo>
                  <a:pt x="0" y="0"/>
                </a:moveTo>
                <a:lnTo>
                  <a:pt x="2144840" y="0"/>
                </a:lnTo>
                <a:lnTo>
                  <a:pt x="2144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0" name="Freeform 20"/>
          <p:cNvSpPr/>
          <p:nvPr/>
        </p:nvSpPr>
        <p:spPr>
          <a:xfrm rot="-1961260" flipH="1">
            <a:off x="16690178" y="479856"/>
            <a:ext cx="2144840" cy="4114800"/>
          </a:xfrm>
          <a:custGeom>
            <a:avLst/>
            <a:gdLst/>
            <a:ahLst/>
            <a:cxnLst/>
            <a:rect l="l" t="t" r="r" b="b"/>
            <a:pathLst>
              <a:path w="2144840" h="4114800">
                <a:moveTo>
                  <a:pt x="2144839" y="0"/>
                </a:moveTo>
                <a:lnTo>
                  <a:pt x="0" y="0"/>
                </a:lnTo>
                <a:lnTo>
                  <a:pt x="0" y="4114800"/>
                </a:lnTo>
                <a:lnTo>
                  <a:pt x="2144839" y="4114800"/>
                </a:lnTo>
                <a:lnTo>
                  <a:pt x="2144839" y="0"/>
                </a:lnTo>
                <a:close/>
              </a:path>
            </a:pathLst>
          </a:custGeom>
          <a:blipFill>
            <a:blip r:embed="rId21">
              <a:alphaModFix amt="20999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1" name="AutoShape 21"/>
          <p:cNvSpPr/>
          <p:nvPr/>
        </p:nvSpPr>
        <p:spPr>
          <a:xfrm flipH="1">
            <a:off x="8278321" y="4913289"/>
            <a:ext cx="0" cy="3012407"/>
          </a:xfrm>
          <a:prstGeom prst="line">
            <a:avLst/>
          </a:prstGeom>
          <a:ln w="38100" cap="rnd">
            <a:solidFill>
              <a:srgbClr val="2057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Box 22"/>
          <p:cNvSpPr txBox="1"/>
          <p:nvPr/>
        </p:nvSpPr>
        <p:spPr>
          <a:xfrm>
            <a:off x="13699420" y="845542"/>
            <a:ext cx="3909323" cy="604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3"/>
              </a:lnSpc>
              <a:spcBef>
                <a:spcPct val="0"/>
              </a:spcBef>
            </a:pPr>
            <a:r>
              <a:rPr lang="en-US" sz="3566" b="1" spc="224">
                <a:solidFill>
                  <a:srgbClr val="1F3031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CONCORRÊNCIA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048864" y="451484"/>
            <a:ext cx="3210436" cy="460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0"/>
              </a:lnSpc>
              <a:spcBef>
                <a:spcPct val="0"/>
              </a:spcBef>
            </a:pPr>
            <a:r>
              <a:rPr lang="en-US" sz="2686" spc="169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IDENTIFICAÇÃO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 flipV="1">
            <a:off x="49" y="5143500"/>
            <a:ext cx="18287951" cy="28575"/>
          </a:xfrm>
          <a:prstGeom prst="line">
            <a:avLst/>
          </a:prstGeom>
          <a:ln w="5715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 flipH="1" flipV="1">
            <a:off x="9115425" y="-909507"/>
            <a:ext cx="0" cy="12163164"/>
          </a:xfrm>
          <a:prstGeom prst="line">
            <a:avLst/>
          </a:prstGeom>
          <a:ln w="5715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49" y="13071"/>
            <a:ext cx="2592576" cy="620271"/>
            <a:chOff x="0" y="0"/>
            <a:chExt cx="3456768" cy="827027"/>
          </a:xfrm>
        </p:grpSpPr>
        <p:sp>
          <p:nvSpPr>
            <p:cNvPr id="6" name="TextBox 6"/>
            <p:cNvSpPr txBox="1"/>
            <p:nvPr/>
          </p:nvSpPr>
          <p:spPr>
            <a:xfrm>
              <a:off x="0" y="-76200"/>
              <a:ext cx="3456768" cy="827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259"/>
                </a:lnSpc>
                <a:spcBef>
                  <a:spcPct val="0"/>
                </a:spcBef>
              </a:pPr>
              <a:r>
                <a:rPr lang="en-US" sz="3703" b="1" spc="37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FORÇAS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144350" y="792555"/>
              <a:ext cx="3227002" cy="0"/>
            </a:xfrm>
            <a:prstGeom prst="line">
              <a:avLst/>
            </a:prstGeom>
            <a:ln w="68946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61073" y="5440413"/>
            <a:ext cx="3049787" cy="620271"/>
            <a:chOff x="0" y="0"/>
            <a:chExt cx="4066383" cy="827027"/>
          </a:xfrm>
        </p:grpSpPr>
        <p:sp>
          <p:nvSpPr>
            <p:cNvPr id="9" name="TextBox 9"/>
            <p:cNvSpPr txBox="1"/>
            <p:nvPr/>
          </p:nvSpPr>
          <p:spPr>
            <a:xfrm>
              <a:off x="0" y="-76200"/>
              <a:ext cx="4066383" cy="827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5259"/>
                </a:lnSpc>
                <a:spcBef>
                  <a:spcPct val="0"/>
                </a:spcBef>
              </a:pPr>
              <a:r>
                <a:rPr lang="en-US" sz="3703" b="1" spc="37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AMEAÇAS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69807" y="792555"/>
              <a:ext cx="3796097" cy="0"/>
            </a:xfrm>
            <a:prstGeom prst="line">
              <a:avLst/>
            </a:prstGeom>
            <a:ln w="68946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78620" y="3989385"/>
            <a:ext cx="2181227" cy="2106952"/>
            <a:chOff x="0" y="0"/>
            <a:chExt cx="928762" cy="8971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8762" cy="897136"/>
            </a:xfrm>
            <a:custGeom>
              <a:avLst/>
              <a:gdLst/>
              <a:ahLst/>
              <a:cxnLst/>
              <a:rect l="l" t="t" r="r" b="b"/>
              <a:pathLst>
                <a:path w="928762" h="897136">
                  <a:moveTo>
                    <a:pt x="464381" y="0"/>
                  </a:moveTo>
                  <a:cubicBezTo>
                    <a:pt x="207911" y="0"/>
                    <a:pt x="0" y="200831"/>
                    <a:pt x="0" y="448568"/>
                  </a:cubicBezTo>
                  <a:cubicBezTo>
                    <a:pt x="0" y="696306"/>
                    <a:pt x="207911" y="897136"/>
                    <a:pt x="464381" y="897136"/>
                  </a:cubicBezTo>
                  <a:cubicBezTo>
                    <a:pt x="720852" y="897136"/>
                    <a:pt x="928762" y="696306"/>
                    <a:pt x="928762" y="448568"/>
                  </a:cubicBezTo>
                  <a:cubicBezTo>
                    <a:pt x="928762" y="200831"/>
                    <a:pt x="720852" y="0"/>
                    <a:pt x="464381" y="0"/>
                  </a:cubicBezTo>
                  <a:close/>
                </a:path>
              </a:pathLst>
            </a:custGeom>
            <a:solidFill>
              <a:srgbClr val="0042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71" y="7907"/>
              <a:ext cx="754620" cy="8051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65"/>
                </a:lnSpc>
              </a:pPr>
              <a:r>
                <a:rPr lang="en-US" sz="4332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SWOT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3711" y="1021521"/>
            <a:ext cx="8901714" cy="1581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Produtos Veganos;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Estratégia de Fidelização;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59846" y="1031046"/>
            <a:ext cx="7451014" cy="363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 de Produção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Concorrência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Dependência de Fornecedores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Marca nova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377579" y="13071"/>
            <a:ext cx="3910421" cy="620271"/>
            <a:chOff x="0" y="0"/>
            <a:chExt cx="5213895" cy="827027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76200"/>
              <a:ext cx="5213895" cy="827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59"/>
                </a:lnSpc>
                <a:spcBef>
                  <a:spcPct val="0"/>
                </a:spcBef>
              </a:pPr>
              <a:r>
                <a:rPr lang="en-US" sz="3703" b="1" spc="37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FRAQUEZAS</a:t>
              </a: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217725" y="792555"/>
              <a:ext cx="4867335" cy="0"/>
            </a:xfrm>
            <a:prstGeom prst="line">
              <a:avLst/>
            </a:prstGeom>
            <a:ln w="68946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3711" y="5440413"/>
            <a:ext cx="5281779" cy="623305"/>
            <a:chOff x="0" y="0"/>
            <a:chExt cx="7042372" cy="831073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76200"/>
              <a:ext cx="7042372" cy="827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264"/>
                </a:lnSpc>
                <a:spcBef>
                  <a:spcPct val="0"/>
                </a:spcBef>
              </a:pPr>
              <a:r>
                <a:rPr lang="en-US" sz="3707" b="1" spc="37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OPORTUNIDADES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294080" y="794706"/>
              <a:ext cx="6574276" cy="0"/>
            </a:xfrm>
            <a:prstGeom prst="line">
              <a:avLst/>
            </a:prstGeom>
            <a:ln w="72734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13711" y="6463768"/>
            <a:ext cx="7451014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Demanda Crescente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Tendência de Mercado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Expansão do Público - Alvo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59846" y="6463768"/>
            <a:ext cx="7451014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Concorrência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Escassez de matéria - prima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Mudanças na Regulação (Leis)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3303710" y="305585"/>
            <a:ext cx="3473734" cy="72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93"/>
              </a:lnSpc>
              <a:spcBef>
                <a:spcPct val="0"/>
              </a:spcBef>
            </a:pPr>
            <a:r>
              <a:rPr lang="en-US" sz="4209" b="1" u="none" strike="noStrike" spc="265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IDEAÇÃO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82114" y="981075"/>
            <a:ext cx="3495330" cy="48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94"/>
              </a:lnSpc>
              <a:spcBef>
                <a:spcPct val="0"/>
              </a:spcBef>
            </a:pPr>
            <a:r>
              <a:rPr lang="en-US" sz="2924" spc="184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HIPÓTESES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8067" y="1883439"/>
            <a:ext cx="17111865" cy="751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proposta da Yara Cosméticos é fornecer produtos de perfumaria do tipo “Eau de Cologne” (Água de Colônia/ Bodysplash), veganos, com preços mais acessíveis às alternativas presentes no mercado atual. Para tanto, o Modelo de Negócio exerce a prática de catálogos cíclicos, os quais funcionam da seguinte forma: 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1) Os lançamentos de fragrâncias têm limitação de tipagem. A cada campanha, trabalham-se com 2 a 3 fragrâncias diferentes. As campanhas são trimestrais, isso significa que a cada trimestre, 2 novas fragrâncias são lançadas; ao final do primeiro ano de lançamento, são 8 a 12 tipos de fragrâncias existentes no catálogo da Yara;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2) O catálogo é dinâmico, projetado para garantir a individualização e exclusividade do produto. A cada novo lançamento, apenas quem comprou uma fragrância lançada anteriormente poderá comprá-la novamente. Dessa forma, garantimos a minimização dos custos de produção (pois será ajustada conforme a demanda inicial), redução de lixo e descartabilidade, obtenção de informações de consumo e tendência para a fidelização de clientes e possíveis alternativas de crescimento e expansão baseadas em suas preferências (fragrância mais e menos vendidas, e se vale a pena ou não continuar produzindo-a), promoção da exclusividade e conexão empírica com o produto ( o conceito de ter algo “só seu” e que reforça a individualidade do cliente)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4083483" y="856308"/>
            <a:ext cx="3156195" cy="65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54"/>
              </a:lnSpc>
              <a:spcBef>
                <a:spcPct val="0"/>
              </a:spcBef>
            </a:pPr>
            <a:r>
              <a:rPr lang="en-US" sz="3824" b="1" u="none" strike="noStrike" spc="24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PROTÓTIPO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083483" y="422815"/>
            <a:ext cx="3175817" cy="48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00"/>
              </a:lnSpc>
              <a:spcBef>
                <a:spcPct val="0"/>
              </a:spcBef>
            </a:pPr>
            <a:r>
              <a:rPr lang="en-US" sz="2857" spc="180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RASCUNHO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88262" y="9591957"/>
            <a:ext cx="7601479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Jasmim, Flor de Cereja, Tamarindo, Almiscar e Casca de Baunilha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40610" y="9037569"/>
            <a:ext cx="7849132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Absinto, Anis e Erva-Doce, Lavanda, Casca de Baunilha Negra e Almiscar</a:t>
            </a:r>
          </a:p>
        </p:txBody>
      </p:sp>
      <p:pic>
        <p:nvPicPr>
          <p:cNvPr id="7" name="Picture 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6533" r="6259"/>
          <a:stretch>
            <a:fillRect/>
          </a:stretch>
        </p:blipFill>
        <p:spPr>
          <a:xfrm>
            <a:off x="11134728" y="2080399"/>
            <a:ext cx="5588516" cy="6408319"/>
          </a:xfrm>
          <a:prstGeom prst="rect">
            <a:avLst/>
          </a:prstGeom>
          <a:ln w="9525" cap="rnd">
            <a:solidFill>
              <a:srgbClr val="000000"/>
            </a:solidFill>
            <a:prstDash val="solid"/>
          </a:ln>
        </p:spPr>
      </p:pic>
      <p:grpSp>
        <p:nvGrpSpPr>
          <p:cNvPr id="8" name="Group 8"/>
          <p:cNvGrpSpPr/>
          <p:nvPr/>
        </p:nvGrpSpPr>
        <p:grpSpPr>
          <a:xfrm>
            <a:off x="2186363" y="1480663"/>
            <a:ext cx="7405277" cy="7008055"/>
            <a:chOff x="0" y="0"/>
            <a:chExt cx="9873703" cy="9344073"/>
          </a:xfrm>
        </p:grpSpPr>
        <p:sp>
          <p:nvSpPr>
            <p:cNvPr id="9" name="Freeform 9"/>
            <p:cNvSpPr/>
            <p:nvPr/>
          </p:nvSpPr>
          <p:spPr>
            <a:xfrm>
              <a:off x="2602270" y="0"/>
              <a:ext cx="4465991" cy="4881716"/>
            </a:xfrm>
            <a:custGeom>
              <a:avLst/>
              <a:gdLst/>
              <a:ahLst/>
              <a:cxnLst/>
              <a:rect l="l" t="t" r="r" b="b"/>
              <a:pathLst>
                <a:path w="4465991" h="4881716">
                  <a:moveTo>
                    <a:pt x="0" y="0"/>
                  </a:moveTo>
                  <a:lnTo>
                    <a:pt x="4465990" y="0"/>
                  </a:lnTo>
                  <a:lnTo>
                    <a:pt x="4465990" y="4881716"/>
                  </a:lnTo>
                  <a:lnTo>
                    <a:pt x="0" y="4881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42" r="-76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511796" y="5637808"/>
              <a:ext cx="9015500" cy="0"/>
            </a:xfrm>
            <a:prstGeom prst="line">
              <a:avLst/>
            </a:prstGeom>
            <a:ln w="52908" cap="flat">
              <a:solidFill>
                <a:srgbClr val="20573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5407431" y="3232992"/>
              <a:ext cx="4463769" cy="4879494"/>
            </a:xfrm>
            <a:custGeom>
              <a:avLst/>
              <a:gdLst/>
              <a:ahLst/>
              <a:cxnLst/>
              <a:rect l="l" t="t" r="r" b="b"/>
              <a:pathLst>
                <a:path w="4463769" h="4879494">
                  <a:moveTo>
                    <a:pt x="0" y="0"/>
                  </a:moveTo>
                  <a:lnTo>
                    <a:pt x="4463769" y="0"/>
                  </a:lnTo>
                  <a:lnTo>
                    <a:pt x="4463769" y="4879494"/>
                  </a:lnTo>
                  <a:lnTo>
                    <a:pt x="0" y="4879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287" r="-602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3216038"/>
              <a:ext cx="4453827" cy="4896448"/>
            </a:xfrm>
            <a:custGeom>
              <a:avLst/>
              <a:gdLst/>
              <a:ahLst/>
              <a:cxnLst/>
              <a:rect l="l" t="t" r="r" b="b"/>
              <a:pathLst>
                <a:path w="4453827" h="4896448">
                  <a:moveTo>
                    <a:pt x="0" y="0"/>
                  </a:moveTo>
                  <a:lnTo>
                    <a:pt x="4453827" y="0"/>
                  </a:lnTo>
                  <a:lnTo>
                    <a:pt x="4453827" y="4896448"/>
                  </a:lnTo>
                  <a:lnTo>
                    <a:pt x="0" y="489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996" r="-4941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5822084" y="8682323"/>
              <a:ext cx="3634464" cy="0"/>
            </a:xfrm>
            <a:prstGeom prst="line">
              <a:avLst/>
            </a:prstGeom>
            <a:ln w="52908" cap="rnd">
              <a:solidFill>
                <a:srgbClr val="20573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409681" y="8682323"/>
              <a:ext cx="3634464" cy="0"/>
            </a:xfrm>
            <a:prstGeom prst="line">
              <a:avLst/>
            </a:prstGeom>
            <a:ln w="52908" cap="rnd">
              <a:solidFill>
                <a:srgbClr val="20573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1071" y="8888441"/>
              <a:ext cx="7908387" cy="455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7"/>
                </a:lnSpc>
                <a:spcBef>
                  <a:spcPct val="0"/>
                </a:spcBef>
              </a:pPr>
              <a:r>
                <a:rPr lang="en-US" sz="2012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“Eau de Cologne” / Água de Colônia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8637629" y="6876413"/>
              <a:ext cx="1236074" cy="1236074"/>
            </a:xfrm>
            <a:custGeom>
              <a:avLst/>
              <a:gdLst/>
              <a:ahLst/>
              <a:cxnLst/>
              <a:rect l="l" t="t" r="r" b="b"/>
              <a:pathLst>
                <a:path w="1236074" h="1236074">
                  <a:moveTo>
                    <a:pt x="0" y="0"/>
                  </a:moveTo>
                  <a:lnTo>
                    <a:pt x="1236074" y="0"/>
                  </a:lnTo>
                  <a:lnTo>
                    <a:pt x="1236074" y="1236073"/>
                  </a:lnTo>
                  <a:lnTo>
                    <a:pt x="0" y="123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258844" y="6876413"/>
              <a:ext cx="1194983" cy="1194983"/>
            </a:xfrm>
            <a:custGeom>
              <a:avLst/>
              <a:gdLst/>
              <a:ahLst/>
              <a:cxnLst/>
              <a:rect l="l" t="t" r="r" b="b"/>
              <a:pathLst>
                <a:path w="1194983" h="1194983">
                  <a:moveTo>
                    <a:pt x="0" y="0"/>
                  </a:moveTo>
                  <a:lnTo>
                    <a:pt x="1194983" y="0"/>
                  </a:lnTo>
                  <a:lnTo>
                    <a:pt x="1194983" y="1194983"/>
                  </a:lnTo>
                  <a:lnTo>
                    <a:pt x="0" y="1194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07106" y="7013071"/>
              <a:ext cx="852040" cy="962757"/>
            </a:xfrm>
            <a:custGeom>
              <a:avLst/>
              <a:gdLst/>
              <a:ahLst/>
              <a:cxnLst/>
              <a:rect l="l" t="t" r="r" b="b"/>
              <a:pathLst>
                <a:path w="852040" h="962757">
                  <a:moveTo>
                    <a:pt x="0" y="0"/>
                  </a:moveTo>
                  <a:lnTo>
                    <a:pt x="852040" y="0"/>
                  </a:lnTo>
                  <a:lnTo>
                    <a:pt x="852040" y="962757"/>
                  </a:lnTo>
                  <a:lnTo>
                    <a:pt x="0" y="96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3591" y="7013071"/>
              <a:ext cx="838309" cy="947242"/>
            </a:xfrm>
            <a:custGeom>
              <a:avLst/>
              <a:gdLst/>
              <a:ahLst/>
              <a:cxnLst/>
              <a:rect l="l" t="t" r="r" b="b"/>
              <a:pathLst>
                <a:path w="838309" h="947242">
                  <a:moveTo>
                    <a:pt x="0" y="0"/>
                  </a:moveTo>
                  <a:lnTo>
                    <a:pt x="838309" y="0"/>
                  </a:lnTo>
                  <a:lnTo>
                    <a:pt x="838309" y="947242"/>
                  </a:lnTo>
                  <a:lnTo>
                    <a:pt x="0" y="947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310113" y="622654"/>
            <a:ext cx="11301259" cy="4746529"/>
          </a:xfrm>
          <a:custGeom>
            <a:avLst/>
            <a:gdLst/>
            <a:ahLst/>
            <a:cxnLst/>
            <a:rect l="l" t="t" r="r" b="b"/>
            <a:pathLst>
              <a:path w="11301259" h="4746529">
                <a:moveTo>
                  <a:pt x="0" y="0"/>
                </a:moveTo>
                <a:lnTo>
                  <a:pt x="11301259" y="0"/>
                </a:lnTo>
                <a:lnTo>
                  <a:pt x="11301259" y="4746529"/>
                </a:lnTo>
                <a:lnTo>
                  <a:pt x="0" y="474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2310113" y="5369183"/>
            <a:ext cx="11301259" cy="4746529"/>
          </a:xfrm>
          <a:custGeom>
            <a:avLst/>
            <a:gdLst/>
            <a:ahLst/>
            <a:cxnLst/>
            <a:rect l="l" t="t" r="r" b="b"/>
            <a:pathLst>
              <a:path w="11301259" h="4746529">
                <a:moveTo>
                  <a:pt x="0" y="0"/>
                </a:moveTo>
                <a:lnTo>
                  <a:pt x="11301259" y="0"/>
                </a:lnTo>
                <a:lnTo>
                  <a:pt x="11301259" y="4746528"/>
                </a:lnTo>
                <a:lnTo>
                  <a:pt x="0" y="4746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4172488" y="256891"/>
            <a:ext cx="3156195" cy="65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54"/>
              </a:lnSpc>
              <a:spcBef>
                <a:spcPct val="0"/>
              </a:spcBef>
            </a:pPr>
            <a:r>
              <a:rPr lang="en-US" sz="3824" b="1" u="none" strike="noStrike" spc="24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VALIDAÇÃO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72488" y="855067"/>
            <a:ext cx="3175817" cy="54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0"/>
              </a:lnSpc>
              <a:spcBef>
                <a:spcPct val="0"/>
              </a:spcBef>
            </a:pPr>
            <a:r>
              <a:rPr lang="en-US" sz="3257" spc="205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MVP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AA6D04C-7BD4-B5E3-0F5B-945994AF10E9}"/>
              </a:ext>
            </a:extLst>
          </p:cNvPr>
          <p:cNvSpPr txBox="1"/>
          <p:nvPr/>
        </p:nvSpPr>
        <p:spPr>
          <a:xfrm>
            <a:off x="2667000" y="1400984"/>
            <a:ext cx="1271287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078F6B-A7BC-70B1-F743-7993ABB5A033}"/>
              </a:ext>
            </a:extLst>
          </p:cNvPr>
          <p:cNvSpPr txBox="1"/>
          <p:nvPr/>
        </p:nvSpPr>
        <p:spPr>
          <a:xfrm>
            <a:off x="2666999" y="6147513"/>
            <a:ext cx="1271287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712262" y="1871353"/>
            <a:ext cx="12863477" cy="6544294"/>
          </a:xfrm>
          <a:custGeom>
            <a:avLst/>
            <a:gdLst/>
            <a:ahLst/>
            <a:cxnLst/>
            <a:rect l="l" t="t" r="r" b="b"/>
            <a:pathLst>
              <a:path w="12863477" h="6544294">
                <a:moveTo>
                  <a:pt x="0" y="0"/>
                </a:moveTo>
                <a:lnTo>
                  <a:pt x="12863476" y="0"/>
                </a:lnTo>
                <a:lnTo>
                  <a:pt x="12863476" y="6544294"/>
                </a:lnTo>
                <a:lnTo>
                  <a:pt x="0" y="6544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4172488" y="256891"/>
            <a:ext cx="3156195" cy="65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54"/>
              </a:lnSpc>
              <a:spcBef>
                <a:spcPct val="0"/>
              </a:spcBef>
            </a:pPr>
            <a:r>
              <a:rPr lang="en-US" sz="3824" b="1" u="none" strike="noStrike" spc="24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VALIDAÇÃO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72488" y="855067"/>
            <a:ext cx="3175817" cy="54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0"/>
              </a:lnSpc>
              <a:spcBef>
                <a:spcPct val="0"/>
              </a:spcBef>
            </a:pPr>
            <a:r>
              <a:rPr lang="en-US" sz="3257" spc="205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MVP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1EB7281-96DF-E05D-6908-1B9261F9EE4D}"/>
              </a:ext>
            </a:extLst>
          </p:cNvPr>
          <p:cNvSpPr txBox="1"/>
          <p:nvPr/>
        </p:nvSpPr>
        <p:spPr>
          <a:xfrm>
            <a:off x="3048000" y="3162300"/>
            <a:ext cx="1271287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4B3405-8716-43C6-6891-B70AC7009569}"/>
              </a:ext>
            </a:extLst>
          </p:cNvPr>
          <p:cNvSpPr txBox="1"/>
          <p:nvPr/>
        </p:nvSpPr>
        <p:spPr>
          <a:xfrm>
            <a:off x="13411200" y="4076700"/>
            <a:ext cx="135295" cy="313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62A2C3-F0A3-7CC7-0ECA-E5D59796FCFC}"/>
              </a:ext>
            </a:extLst>
          </p:cNvPr>
          <p:cNvSpPr txBox="1"/>
          <p:nvPr/>
        </p:nvSpPr>
        <p:spPr>
          <a:xfrm>
            <a:off x="8229600" y="5829300"/>
            <a:ext cx="135295" cy="313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237669" y="396971"/>
            <a:ext cx="11301259" cy="4746529"/>
          </a:xfrm>
          <a:custGeom>
            <a:avLst/>
            <a:gdLst/>
            <a:ahLst/>
            <a:cxnLst/>
            <a:rect l="l" t="t" r="r" b="b"/>
            <a:pathLst>
              <a:path w="11301259" h="4746529">
                <a:moveTo>
                  <a:pt x="0" y="0"/>
                </a:moveTo>
                <a:lnTo>
                  <a:pt x="11301259" y="0"/>
                </a:lnTo>
                <a:lnTo>
                  <a:pt x="11301259" y="4746529"/>
                </a:lnTo>
                <a:lnTo>
                  <a:pt x="0" y="474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2237669" y="5159054"/>
            <a:ext cx="11301259" cy="5127946"/>
          </a:xfrm>
          <a:custGeom>
            <a:avLst/>
            <a:gdLst/>
            <a:ahLst/>
            <a:cxnLst/>
            <a:rect l="l" t="t" r="r" b="b"/>
            <a:pathLst>
              <a:path w="11301259" h="5127946">
                <a:moveTo>
                  <a:pt x="0" y="0"/>
                </a:moveTo>
                <a:lnTo>
                  <a:pt x="11301259" y="0"/>
                </a:lnTo>
                <a:lnTo>
                  <a:pt x="11301259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4172488" y="256891"/>
            <a:ext cx="3156195" cy="65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54"/>
              </a:lnSpc>
              <a:spcBef>
                <a:spcPct val="0"/>
              </a:spcBef>
            </a:pPr>
            <a:r>
              <a:rPr lang="en-US" sz="3824" b="1" u="none" strike="noStrike" spc="24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VALIDAÇÃO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72488" y="855067"/>
            <a:ext cx="3175817" cy="54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0"/>
              </a:lnSpc>
              <a:spcBef>
                <a:spcPct val="0"/>
              </a:spcBef>
            </a:pPr>
            <a:r>
              <a:rPr lang="en-US" sz="3257" spc="205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MVP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49A940-3686-CFE9-558E-AA9BE3710124}"/>
              </a:ext>
            </a:extLst>
          </p:cNvPr>
          <p:cNvSpPr txBox="1"/>
          <p:nvPr/>
        </p:nvSpPr>
        <p:spPr>
          <a:xfrm>
            <a:off x="2590800" y="1134041"/>
            <a:ext cx="1271287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01FB9BE-B7CE-14D4-FAE0-E2BF54EDE15A}"/>
              </a:ext>
            </a:extLst>
          </p:cNvPr>
          <p:cNvSpPr txBox="1"/>
          <p:nvPr/>
        </p:nvSpPr>
        <p:spPr>
          <a:xfrm>
            <a:off x="2572677" y="6210300"/>
            <a:ext cx="1271287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2802295" y="1917158"/>
            <a:ext cx="12683410" cy="6452685"/>
          </a:xfrm>
          <a:custGeom>
            <a:avLst/>
            <a:gdLst/>
            <a:ahLst/>
            <a:cxnLst/>
            <a:rect l="l" t="t" r="r" b="b"/>
            <a:pathLst>
              <a:path w="12683410" h="6452685">
                <a:moveTo>
                  <a:pt x="0" y="0"/>
                </a:moveTo>
                <a:lnTo>
                  <a:pt x="12683410" y="0"/>
                </a:lnTo>
                <a:lnTo>
                  <a:pt x="12683410" y="6452684"/>
                </a:lnTo>
                <a:lnTo>
                  <a:pt x="0" y="6452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4172488" y="256891"/>
            <a:ext cx="3156195" cy="65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54"/>
              </a:lnSpc>
              <a:spcBef>
                <a:spcPct val="0"/>
              </a:spcBef>
            </a:pPr>
            <a:r>
              <a:rPr lang="en-US" sz="3824" b="1" u="none" strike="noStrike" spc="24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VALIDAÇÃO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72488" y="855067"/>
            <a:ext cx="3175817" cy="54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60"/>
              </a:lnSpc>
              <a:spcBef>
                <a:spcPct val="0"/>
              </a:spcBef>
            </a:pPr>
            <a:r>
              <a:rPr lang="en-US" sz="3257" spc="205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MVP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A1A6152-A023-6EDF-65B3-D261EB4637F6}"/>
              </a:ext>
            </a:extLst>
          </p:cNvPr>
          <p:cNvSpPr txBox="1"/>
          <p:nvPr/>
        </p:nvSpPr>
        <p:spPr>
          <a:xfrm>
            <a:off x="3124200" y="3238500"/>
            <a:ext cx="1271287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6A1AFB-F684-5749-3950-64C4B5556487}"/>
              </a:ext>
            </a:extLst>
          </p:cNvPr>
          <p:cNvSpPr txBox="1"/>
          <p:nvPr/>
        </p:nvSpPr>
        <p:spPr>
          <a:xfrm>
            <a:off x="7543800" y="4229100"/>
            <a:ext cx="135295" cy="313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6AFAA15-5ACF-2260-C0BD-03EA4EE146DE}"/>
              </a:ext>
            </a:extLst>
          </p:cNvPr>
          <p:cNvSpPr txBox="1"/>
          <p:nvPr/>
        </p:nvSpPr>
        <p:spPr>
          <a:xfrm>
            <a:off x="14401800" y="5373718"/>
            <a:ext cx="135295" cy="3135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pt-BR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 flipV="1">
            <a:off x="49" y="5143500"/>
            <a:ext cx="18287951" cy="28575"/>
          </a:xfrm>
          <a:prstGeom prst="line">
            <a:avLst/>
          </a:prstGeom>
          <a:ln w="5715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 flipH="1" flipV="1">
            <a:off x="9115425" y="-909507"/>
            <a:ext cx="0" cy="12163164"/>
          </a:xfrm>
          <a:prstGeom prst="line">
            <a:avLst/>
          </a:prstGeom>
          <a:ln w="5715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49" y="13071"/>
            <a:ext cx="3910421" cy="620271"/>
            <a:chOff x="0" y="0"/>
            <a:chExt cx="5213895" cy="827027"/>
          </a:xfrm>
        </p:grpSpPr>
        <p:sp>
          <p:nvSpPr>
            <p:cNvPr id="6" name="TextBox 6"/>
            <p:cNvSpPr txBox="1"/>
            <p:nvPr/>
          </p:nvSpPr>
          <p:spPr>
            <a:xfrm>
              <a:off x="0" y="-76200"/>
              <a:ext cx="5213895" cy="827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59"/>
                </a:lnSpc>
                <a:spcBef>
                  <a:spcPct val="0"/>
                </a:spcBef>
              </a:pPr>
              <a:r>
                <a:rPr lang="en-US" sz="3703" b="1" spc="37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PRODUTO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217725" y="792555"/>
              <a:ext cx="4867335" cy="0"/>
            </a:xfrm>
            <a:prstGeom prst="line">
              <a:avLst/>
            </a:prstGeom>
            <a:ln w="68946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" y="5304818"/>
            <a:ext cx="2888419" cy="620271"/>
            <a:chOff x="0" y="0"/>
            <a:chExt cx="3851225" cy="827027"/>
          </a:xfrm>
        </p:grpSpPr>
        <p:sp>
          <p:nvSpPr>
            <p:cNvPr id="9" name="TextBox 9"/>
            <p:cNvSpPr txBox="1"/>
            <p:nvPr/>
          </p:nvSpPr>
          <p:spPr>
            <a:xfrm>
              <a:off x="0" y="-76200"/>
              <a:ext cx="3851225" cy="827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59"/>
                </a:lnSpc>
                <a:spcBef>
                  <a:spcPct val="0"/>
                </a:spcBef>
              </a:pPr>
              <a:r>
                <a:rPr lang="en-US" sz="3703" b="1" spc="37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PREÇO 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60822" y="792555"/>
              <a:ext cx="3595240" cy="0"/>
            </a:xfrm>
            <a:prstGeom prst="line">
              <a:avLst/>
            </a:prstGeom>
            <a:ln w="68946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399581" y="70618"/>
            <a:ext cx="2888419" cy="620271"/>
            <a:chOff x="0" y="0"/>
            <a:chExt cx="3851225" cy="82702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76200"/>
              <a:ext cx="3851225" cy="827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59"/>
                </a:lnSpc>
                <a:spcBef>
                  <a:spcPct val="0"/>
                </a:spcBef>
              </a:pPr>
              <a:r>
                <a:rPr lang="en-US" sz="3703" b="1" spc="37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PRAÇA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60822" y="792555"/>
              <a:ext cx="3595240" cy="0"/>
            </a:xfrm>
            <a:prstGeom prst="line">
              <a:avLst/>
            </a:prstGeom>
            <a:ln w="68946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758998" y="5304818"/>
            <a:ext cx="4529002" cy="620271"/>
            <a:chOff x="0" y="0"/>
            <a:chExt cx="6038669" cy="82702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76200"/>
              <a:ext cx="6038669" cy="827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59"/>
                </a:lnSpc>
                <a:spcBef>
                  <a:spcPct val="0"/>
                </a:spcBef>
              </a:pPr>
              <a:r>
                <a:rPr lang="en-US" sz="3703" b="1" spc="37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PROMOÇÃO</a:t>
              </a: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252167" y="792555"/>
              <a:ext cx="5637288" cy="0"/>
            </a:xfrm>
            <a:prstGeom prst="line">
              <a:avLst/>
            </a:prstGeom>
            <a:ln w="68946" cap="rnd">
              <a:solidFill>
                <a:srgbClr val="FFDE5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78620" y="4022726"/>
            <a:ext cx="2073611" cy="207361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2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905"/>
                </a:lnSpc>
              </a:pPr>
              <a:r>
                <a:rPr lang="en-US" sz="4932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P’s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13711" y="1252467"/>
            <a:ext cx="8901714" cy="3181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Linha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Produtos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coleção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limitada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com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catálogo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sazonal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exclusivo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;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4200"/>
              </a:lnSpc>
            </a:pP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Inovação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Sustentabilidade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ingredientes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naturais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embalagens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sustentáveis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formulações</a:t>
            </a:r>
            <a:r>
              <a:rPr lang="en-US" sz="3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inovadoras</a:t>
            </a:r>
            <a:endParaRPr lang="en-US" sz="3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529685" y="1261992"/>
            <a:ext cx="8499912" cy="311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Canal de Distribuição:  e-commerce e  lojas físicas parceiras 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Foco em Regiões Urbanas: região metropolitana de São Paulo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9" y="6248939"/>
            <a:ext cx="8734425" cy="211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Estratégia de Preço Acessível: produtos posicionados para serem competitivos em preço em comparação a outras marcas similares, sem comprometer a qualidad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29685" y="6039187"/>
            <a:ext cx="8458626" cy="4247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0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Marketing Digital: Google e Meta Ads</a:t>
            </a:r>
          </a:p>
          <a:p>
            <a:pPr algn="l">
              <a:lnSpc>
                <a:spcPts val="4247"/>
              </a:lnSpc>
            </a:pPr>
            <a:endParaRPr lang="en-US" sz="3034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47"/>
              </a:lnSpc>
            </a:pPr>
            <a:r>
              <a:rPr lang="en-US" sz="303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Engajamento com a Comunidade: ações de marketing que promovem valores de sustentabilidade e ética, conectando-se com a comunidade vegana e consumidores conscientes.</a:t>
            </a:r>
          </a:p>
          <a:p>
            <a:pPr algn="ctr">
              <a:lnSpc>
                <a:spcPts val="4247"/>
              </a:lnSpc>
            </a:pPr>
            <a:endParaRPr lang="en-US" sz="3034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96549-FF74-7422-C69E-C0F1C033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6378E6-1F66-708A-EB9D-DFFB0E81728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FBD14AF-E4D9-0659-B2BC-AE3EB9C8AA2A}"/>
              </a:ext>
            </a:extLst>
          </p:cNvPr>
          <p:cNvSpPr txBox="1"/>
          <p:nvPr/>
        </p:nvSpPr>
        <p:spPr>
          <a:xfrm>
            <a:off x="3207176" y="419100"/>
            <a:ext cx="11873648" cy="841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100"/>
              </a:lnSpc>
            </a:pPr>
            <a:r>
              <a:rPr lang="en-US" sz="5000" u="none" strike="noStrike" spc="31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CAMPANHA DE LANÇAMENTO</a:t>
            </a:r>
          </a:p>
        </p:txBody>
      </p:sp>
      <p:sp>
        <p:nvSpPr>
          <p:cNvPr id="6" name="AutoShape 29">
            <a:extLst>
              <a:ext uri="{FF2B5EF4-FFF2-40B4-BE49-F238E27FC236}">
                <a16:creationId xmlns:a16="http://schemas.microsoft.com/office/drawing/2014/main" id="{16F69A26-819B-4494-F753-10C80ADBE826}"/>
              </a:ext>
            </a:extLst>
          </p:cNvPr>
          <p:cNvSpPr/>
          <p:nvPr/>
        </p:nvSpPr>
        <p:spPr>
          <a:xfrm>
            <a:off x="4330373" y="1485900"/>
            <a:ext cx="9627254" cy="0"/>
          </a:xfrm>
          <a:prstGeom prst="line">
            <a:avLst/>
          </a:prstGeom>
          <a:ln w="5715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BFFACD-DD10-24C3-F37E-98F27486B406}"/>
              </a:ext>
            </a:extLst>
          </p:cNvPr>
          <p:cNvSpPr txBox="1"/>
          <p:nvPr/>
        </p:nvSpPr>
        <p:spPr>
          <a:xfrm>
            <a:off x="365461" y="2063135"/>
            <a:ext cx="8248649" cy="7804765"/>
          </a:xfrm>
          <a:prstGeom prst="rect">
            <a:avLst/>
          </a:prstGeom>
          <a:solidFill>
            <a:schemeClr val="accent3">
              <a:lumMod val="50000"/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Semana 1: Construção de Expectativa</a:t>
            </a:r>
            <a:endParaRPr lang="pt-BR" sz="24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Gerar curiosidade e atrair a atenção do público-alvo.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Atividades</a:t>
            </a: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Teaser nas redes sociais</a:t>
            </a:r>
            <a:endParaRPr lang="pt-BR" sz="24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Landing </a:t>
            </a:r>
            <a:r>
              <a:rPr lang="pt-BR" sz="24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page</a:t>
            </a:r>
            <a:endParaRPr lang="pt-BR" sz="24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Parcerias com influenciadores veganos</a:t>
            </a:r>
          </a:p>
          <a:p>
            <a:pPr marL="800100" lvl="1" indent="-34290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Promoção: </a:t>
            </a:r>
          </a:p>
          <a:p>
            <a:pPr marL="800100" lvl="1" indent="-342900">
              <a:lnSpc>
                <a:spcPct val="115000"/>
              </a:lnSpc>
              <a:buFont typeface="+mj-lt"/>
              <a:buAutoNum type="romanUcPeriod"/>
            </a:pPr>
            <a:endParaRPr lang="pt-BR" sz="24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Semana 2: Apresentação do Produto</a:t>
            </a:r>
            <a:endParaRPr lang="pt-BR" sz="24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Apresentar os produtos, reforçando os valores da marca.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Atividades</a:t>
            </a: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971550" lvl="1" indent="-51435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Lançamento oficial nas redes sociais: </a:t>
            </a:r>
          </a:p>
          <a:p>
            <a:pPr marL="971550" lvl="1" indent="-51435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E-mail marketing;</a:t>
            </a:r>
            <a:endParaRPr lang="pt-BR" sz="24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Interação nas redes;</a:t>
            </a:r>
          </a:p>
          <a:p>
            <a:pPr marL="971550" lvl="1" indent="-514350">
              <a:lnSpc>
                <a:spcPct val="115000"/>
              </a:lnSpc>
              <a:buFont typeface="+mj-lt"/>
              <a:buAutoNum type="romanUcPeriod"/>
            </a:pPr>
            <a:endParaRPr lang="pt-BR" sz="24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3978FC3-EF7C-BE80-710F-C300B1CCEAE2}"/>
              </a:ext>
            </a:extLst>
          </p:cNvPr>
          <p:cNvSpPr txBox="1"/>
          <p:nvPr/>
        </p:nvSpPr>
        <p:spPr>
          <a:xfrm>
            <a:off x="9305165" y="2077498"/>
            <a:ext cx="8610598" cy="7790402"/>
          </a:xfrm>
          <a:prstGeom prst="rect">
            <a:avLst/>
          </a:prstGeom>
          <a:solidFill>
            <a:schemeClr val="accent3">
              <a:lumMod val="50000"/>
              <a:alpha val="33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Semana 3: Experiência e Engajamento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Objetivo: </a:t>
            </a: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Promover a experimentação e criar conexões emocionais.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Atividades: </a:t>
            </a:r>
          </a:p>
          <a:p>
            <a:pPr marL="514350" indent="-514350">
              <a:lnSpc>
                <a:spcPct val="115000"/>
              </a:lnSpc>
              <a:spcAft>
                <a:spcPts val="800"/>
              </a:spcAft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Campanha "Mergulhar no Profundo”</a:t>
            </a:r>
          </a:p>
          <a:p>
            <a:pPr marL="514350" indent="-514350">
              <a:lnSpc>
                <a:spcPct val="115000"/>
              </a:lnSpc>
              <a:spcAft>
                <a:spcPts val="800"/>
              </a:spcAft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Desafio no Instagram e TikTok</a:t>
            </a:r>
          </a:p>
          <a:p>
            <a:pPr marL="514350" indent="-514350">
              <a:lnSpc>
                <a:spcPct val="115000"/>
              </a:lnSpc>
              <a:spcAft>
                <a:spcPts val="800"/>
              </a:spcAft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Promoção: Compras acima de R$200 ganham uma miniatura exclusiva</a:t>
            </a: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Semana 4: Fechamento e Fidelização</a:t>
            </a:r>
            <a:endParaRPr lang="pt-BR" sz="24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Consolidar vendas e fidelizar os primeiros clientes.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Atividades</a:t>
            </a: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Depoimentos de clientes: 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Campanha de recomendação</a:t>
            </a:r>
            <a:endParaRPr lang="pt-BR" sz="24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Conteúdo educacional</a:t>
            </a:r>
            <a:endParaRPr lang="pt-BR" sz="24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Pesquisa de satisfação</a:t>
            </a:r>
            <a:endParaRPr lang="pt-BR" sz="2400" kern="100" dirty="0">
              <a:solidFill>
                <a:schemeClr val="bg1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romanUcPeriod"/>
            </a:pPr>
            <a:r>
              <a: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Promoção</a:t>
            </a:r>
            <a:r>
              <a:rPr lang="pt-BR" sz="2400" kern="1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(fim de estoque)</a:t>
            </a:r>
          </a:p>
        </p:txBody>
      </p:sp>
    </p:spTree>
    <p:extLst>
      <p:ext uri="{BB962C8B-B14F-4D97-AF65-F5344CB8AC3E}">
        <p14:creationId xmlns:p14="http://schemas.microsoft.com/office/powerpoint/2010/main" val="263318082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F18DCC-BD91-E5E0-3247-6404C8DF31B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4" name="Imagem 3" descr="Placa de chocolate&#10;&#10;Descrição gerada automaticamente com confiança média">
            <a:extLst>
              <a:ext uri="{FF2B5EF4-FFF2-40B4-BE49-F238E27FC236}">
                <a16:creationId xmlns:a16="http://schemas.microsoft.com/office/drawing/2014/main" id="{355A339C-ED54-E158-7AB9-F20757580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832" y="1638300"/>
            <a:ext cx="7543800" cy="7394046"/>
          </a:xfrm>
          <a:prstGeom prst="rect">
            <a:avLst/>
          </a:prstGeom>
        </p:spPr>
      </p:pic>
      <p:pic>
        <p:nvPicPr>
          <p:cNvPr id="6" name="Imagem 5" descr="Uma imagem contendo Seta&#10;&#10;Descrição gerada automaticamente">
            <a:extLst>
              <a:ext uri="{FF2B5EF4-FFF2-40B4-BE49-F238E27FC236}">
                <a16:creationId xmlns:a16="http://schemas.microsoft.com/office/drawing/2014/main" id="{7E192FB9-CCB3-2F9D-E968-C21478B32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3" t="1718" r="5043" b="2411"/>
          <a:stretch/>
        </p:blipFill>
        <p:spPr>
          <a:xfrm>
            <a:off x="958516" y="1638300"/>
            <a:ext cx="7543800" cy="761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71356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TextBox 3"/>
          <p:cNvSpPr txBox="1"/>
          <p:nvPr/>
        </p:nvSpPr>
        <p:spPr>
          <a:xfrm>
            <a:off x="3153862" y="334034"/>
            <a:ext cx="12097122" cy="850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99"/>
              </a:lnSpc>
              <a:spcBef>
                <a:spcPct val="0"/>
              </a:spcBef>
            </a:pPr>
            <a:r>
              <a:rPr lang="en-US" sz="4999" spc="3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JORNADA DO CLIENTE </a:t>
            </a:r>
          </a:p>
        </p:txBody>
      </p:sp>
      <p:sp>
        <p:nvSpPr>
          <p:cNvPr id="4" name="AutoShape 4"/>
          <p:cNvSpPr/>
          <p:nvPr/>
        </p:nvSpPr>
        <p:spPr>
          <a:xfrm flipH="1" flipV="1">
            <a:off x="9144000" y="1184868"/>
            <a:ext cx="0" cy="12163164"/>
          </a:xfrm>
          <a:prstGeom prst="line">
            <a:avLst/>
          </a:prstGeom>
          <a:ln w="57150" cap="rnd">
            <a:solidFill>
              <a:srgbClr val="0052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AutoShape 5"/>
          <p:cNvSpPr/>
          <p:nvPr/>
        </p:nvSpPr>
        <p:spPr>
          <a:xfrm>
            <a:off x="4330373" y="1184868"/>
            <a:ext cx="9627254" cy="0"/>
          </a:xfrm>
          <a:prstGeom prst="line">
            <a:avLst/>
          </a:prstGeom>
          <a:ln w="5715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E57FC14-7C72-AB31-CBF0-CD66A4B8A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229600" cy="52197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O lead conhece e se identifica com a marca através de anúncios e publicidade nas redes sociais e/ou indicações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Engaja com o perfil ou conteúdo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Clica no link do site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Encontra os produtos que tem interesse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Adiciona os produtos ao carrinho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Recebe ofertas de follow </a:t>
            </a:r>
            <a:r>
              <a:rPr lang="pt-BR" sz="128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</a:t>
            </a:r>
            <a:r>
              <a:rPr lang="pt-BR" sz="1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 Adiciona produtos de follow </a:t>
            </a:r>
            <a:r>
              <a:rPr lang="pt-BR" sz="128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</a:t>
            </a:r>
            <a:r>
              <a:rPr lang="pt-BR" sz="1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(não obrigatório)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2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8. Utiliza cupons de desconto (não obrigatório)</a:t>
            </a:r>
          </a:p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250D7F9-646F-0C78-877E-3273A1383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78900" y="1623570"/>
            <a:ext cx="8251897" cy="8997455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9. Preenche o formulário com os dados: Nome, CPF, Telefone, Endereço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 Vai para a página de pagamento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11. Realiza o pagamento via PIX, Cartão de crédito/débito, Boleto…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12. Vai para página de obrigado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13. Recebe um contato via Whatsapp através do </a:t>
            </a:r>
            <a:r>
              <a:rPr lang="pt-BR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</a:t>
            </a:r>
            <a:r>
              <a:rPr lang="pt-BR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 YARA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14. Essa automação passa o feedback e rastreio do frete dos produto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15. O cliente recebe o produto no endereço de entrega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16. Recebe um contato de pós-venda através do </a:t>
            </a:r>
            <a:r>
              <a:rPr lang="pt-BR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</a:t>
            </a:r>
            <a:r>
              <a:rPr lang="pt-BR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em seu Whatsapp</a:t>
            </a: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46B93229-4B7D-4178-DC3A-EDA42A6CDF1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44EA09A-F97D-3A43-4D82-7AAD42A58019}"/>
              </a:ext>
            </a:extLst>
          </p:cNvPr>
          <p:cNvSpPr txBox="1"/>
          <p:nvPr/>
        </p:nvSpPr>
        <p:spPr>
          <a:xfrm>
            <a:off x="3153862" y="334034"/>
            <a:ext cx="12097122" cy="841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99"/>
              </a:lnSpc>
              <a:spcBef>
                <a:spcPct val="0"/>
              </a:spcBef>
            </a:pPr>
            <a:r>
              <a:rPr lang="en-US" sz="4999" spc="3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INDICADORES DE MARKETING 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BF85F034-1A03-9FE5-86C8-5E10D2AD1907}"/>
              </a:ext>
            </a:extLst>
          </p:cNvPr>
          <p:cNvSpPr/>
          <p:nvPr/>
        </p:nvSpPr>
        <p:spPr>
          <a:xfrm>
            <a:off x="4330373" y="1184868"/>
            <a:ext cx="9627254" cy="0"/>
          </a:xfrm>
          <a:prstGeom prst="line">
            <a:avLst/>
          </a:prstGeom>
          <a:ln w="5715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68168DF7-9D11-F425-3A66-BC371AFE5B81}"/>
              </a:ext>
            </a:extLst>
          </p:cNvPr>
          <p:cNvGrpSpPr/>
          <p:nvPr/>
        </p:nvGrpSpPr>
        <p:grpSpPr>
          <a:xfrm>
            <a:off x="457201" y="2476507"/>
            <a:ext cx="8458200" cy="5551660"/>
            <a:chOff x="365461" y="2063135"/>
            <a:chExt cx="8248649" cy="5242012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64FC278D-324B-97EB-998E-8EC91FB062CC}"/>
                </a:ext>
              </a:extLst>
            </p:cNvPr>
            <p:cNvSpPr txBox="1"/>
            <p:nvPr/>
          </p:nvSpPr>
          <p:spPr>
            <a:xfrm>
              <a:off x="365461" y="2063135"/>
              <a:ext cx="8248649" cy="5242012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b="1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Estimativa do ROI (Retorno sobre Investimento)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pt-BR" sz="2400" b="1" kern="1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b="1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Substituindo: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b="1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• </a:t>
              </a:r>
              <a:r>
                <a:rPr lang="pt-BR" sz="2400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Para 80 clientes: ROI= (8.800−5.000/ 5.000) ×100= 76% 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• Para 100 clientes: ROI= (11.000−5.000/ 5.000)×100=120%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b="1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b="1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ROI final: </a:t>
              </a:r>
              <a:r>
                <a:rPr lang="pt-BR" sz="2400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76% a 120%.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pt-BR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Imagem 8" descr="Uma imagem contendo Texto&#10;&#10;Descrição gerada automaticamente">
              <a:extLst>
                <a:ext uri="{FF2B5EF4-FFF2-40B4-BE49-F238E27FC236}">
                  <a16:creationId xmlns:a16="http://schemas.microsoft.com/office/drawing/2014/main" id="{422968DE-1F68-7369-F129-37208EA53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0414" y="3009900"/>
              <a:ext cx="6399917" cy="847746"/>
            </a:xfrm>
            <a:prstGeom prst="rect">
              <a:avLst/>
            </a:prstGeom>
          </p:spPr>
        </p:pic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9914508-466E-9849-5896-313EECEEB1B5}"/>
              </a:ext>
            </a:extLst>
          </p:cNvPr>
          <p:cNvGrpSpPr/>
          <p:nvPr/>
        </p:nvGrpSpPr>
        <p:grpSpPr>
          <a:xfrm>
            <a:off x="9139990" y="2476506"/>
            <a:ext cx="8458200" cy="5551660"/>
            <a:chOff x="9139989" y="2786154"/>
            <a:chExt cx="8248649" cy="5242012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C6B6397C-1C13-53DD-DDA2-A99DA25496BA}"/>
                </a:ext>
              </a:extLst>
            </p:cNvPr>
            <p:cNvSpPr txBox="1"/>
            <p:nvPr/>
          </p:nvSpPr>
          <p:spPr>
            <a:xfrm>
              <a:off x="9139989" y="2786154"/>
              <a:ext cx="8248649" cy="5242012"/>
            </a:xfrm>
            <a:prstGeom prst="rect">
              <a:avLst/>
            </a:prstGeom>
            <a:solidFill>
              <a:schemeClr val="accent3">
                <a:lumMod val="50000"/>
                <a:alpha val="33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b="1" kern="100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Estimativa do ROI (Retorno sobre Investimento)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pt-BR" sz="2400" b="1" kern="1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b="1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Substituindo: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b="1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• </a:t>
              </a:r>
              <a:r>
                <a:rPr lang="pt-BR" sz="2400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Para 80 clientes: CAC=5000/ 80=R$62,50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• Para 100 clientes: CAC=5000/100=R$50,00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pt-BR" sz="2400" kern="1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r>
                <a:rPr lang="pt-BR" sz="2400" b="1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CAC final:</a:t>
              </a:r>
              <a:r>
                <a:rPr lang="pt-BR" sz="2400" kern="100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R$50 a R$62,50 por cliente.</a:t>
              </a:r>
            </a:p>
            <a:p>
              <a:pPr>
                <a:lnSpc>
                  <a:spcPct val="115000"/>
                </a:lnSpc>
                <a:spcAft>
                  <a:spcPts val="800"/>
                </a:spcAft>
              </a:pPr>
              <a:endParaRPr lang="pt-BR" sz="2400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Imagem 14" descr="Tela de celular com aplicativo aberto&#10;&#10;Descrição gerada automaticamente com confiança média">
              <a:extLst>
                <a:ext uri="{FF2B5EF4-FFF2-40B4-BE49-F238E27FC236}">
                  <a16:creationId xmlns:a16="http://schemas.microsoft.com/office/drawing/2014/main" id="{C531DD5D-528C-C60B-8F44-1F8631709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10800" y="3732920"/>
              <a:ext cx="6273615" cy="8150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4644613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B6372A-C639-D520-392F-DAB72E4071F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10CAEE5E-6996-E27B-2B44-6E7BDBADFA86}"/>
              </a:ext>
            </a:extLst>
          </p:cNvPr>
          <p:cNvSpPr/>
          <p:nvPr/>
        </p:nvSpPr>
        <p:spPr>
          <a:xfrm>
            <a:off x="4572000" y="4838700"/>
            <a:ext cx="9627254" cy="0"/>
          </a:xfrm>
          <a:prstGeom prst="line">
            <a:avLst/>
          </a:prstGeom>
          <a:ln w="5715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C900B-A282-AD53-B66B-8E373A1881F5}"/>
              </a:ext>
            </a:extLst>
          </p:cNvPr>
          <p:cNvSpPr txBox="1"/>
          <p:nvPr/>
        </p:nvSpPr>
        <p:spPr>
          <a:xfrm>
            <a:off x="3095439" y="3771900"/>
            <a:ext cx="12097122" cy="841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99"/>
              </a:lnSpc>
              <a:spcBef>
                <a:spcPct val="0"/>
              </a:spcBef>
            </a:pPr>
            <a:r>
              <a:rPr lang="en-US" sz="4999" spc="3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DASHBOARDS </a:t>
            </a:r>
          </a:p>
        </p:txBody>
      </p:sp>
    </p:spTree>
    <p:extLst>
      <p:ext uri="{BB962C8B-B14F-4D97-AF65-F5344CB8AC3E}">
        <p14:creationId xmlns:p14="http://schemas.microsoft.com/office/powerpoint/2010/main" val="1386325969"/>
      </p:ext>
    </p:extLst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&#10;&#10;Descrição gerada automaticamente">
            <a:extLst>
              <a:ext uri="{FF2B5EF4-FFF2-40B4-BE49-F238E27FC236}">
                <a16:creationId xmlns:a16="http://schemas.microsoft.com/office/drawing/2014/main" id="{EBF0C395-71B7-61DC-C06B-7802B7614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42" y="-190500"/>
            <a:ext cx="18304042" cy="1048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28803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23E45D1F-4463-44A8-8CE5-ED4AC1B97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19100"/>
            <a:ext cx="18288000" cy="1087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230615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&#10;&#10;Descrição gerada automaticamente">
            <a:extLst>
              <a:ext uri="{FF2B5EF4-FFF2-40B4-BE49-F238E27FC236}">
                <a16:creationId xmlns:a16="http://schemas.microsoft.com/office/drawing/2014/main" id="{460C3F10-B643-57EF-8D39-5A70CE955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00"/>
            <a:ext cx="18440400" cy="1047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04649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C7594-14CB-B0D7-61A2-D43131046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85289E-A784-5977-7E4F-6D1B131245C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D1492B58-4BD7-AFFC-6433-F036FD799C7C}"/>
              </a:ext>
            </a:extLst>
          </p:cNvPr>
          <p:cNvSpPr/>
          <p:nvPr/>
        </p:nvSpPr>
        <p:spPr>
          <a:xfrm>
            <a:off x="4572000" y="4838700"/>
            <a:ext cx="9627254" cy="0"/>
          </a:xfrm>
          <a:prstGeom prst="line">
            <a:avLst/>
          </a:prstGeom>
          <a:ln w="57150" cap="rnd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FCD13-CC18-8E4A-03F6-03F5FCDD1DA0}"/>
              </a:ext>
            </a:extLst>
          </p:cNvPr>
          <p:cNvSpPr txBox="1"/>
          <p:nvPr/>
        </p:nvSpPr>
        <p:spPr>
          <a:xfrm>
            <a:off x="3095439" y="3771900"/>
            <a:ext cx="12097122" cy="841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99"/>
              </a:lnSpc>
              <a:spcBef>
                <a:spcPct val="0"/>
              </a:spcBef>
            </a:pPr>
            <a:r>
              <a:rPr lang="en-US" sz="4999" spc="3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AGRADECEMOS PELA ATENÇÃO! </a:t>
            </a:r>
          </a:p>
        </p:txBody>
      </p:sp>
    </p:spTree>
    <p:extLst>
      <p:ext uri="{BB962C8B-B14F-4D97-AF65-F5344CB8AC3E}">
        <p14:creationId xmlns:p14="http://schemas.microsoft.com/office/powerpoint/2010/main" val="3879983738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1672</Words>
  <Application>Microsoft Office PowerPoint</Application>
  <PresentationFormat>Personalizar</PresentationFormat>
  <Paragraphs>246</Paragraphs>
  <Slides>26</Slides>
  <Notes>2</Notes>
  <HiddenSlides>0</HiddenSlides>
  <MMClips>1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8" baseType="lpstr">
      <vt:lpstr>Aptos</vt:lpstr>
      <vt:lpstr>Open Sans Bold Italics</vt:lpstr>
      <vt:lpstr>Montserrat</vt:lpstr>
      <vt:lpstr>TT Chocolates Bold</vt:lpstr>
      <vt:lpstr>Open Sans Bold</vt:lpstr>
      <vt:lpstr>Open Sans</vt:lpstr>
      <vt:lpstr>Montserrat Bold</vt:lpstr>
      <vt:lpstr>Montserrat Semi-Bold</vt:lpstr>
      <vt:lpstr>Arimo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Empreendedorismo</dc:title>
  <dc:creator>Vitória Lisauskas</dc:creator>
  <cp:lastModifiedBy>Vitória Lisauskas</cp:lastModifiedBy>
  <cp:revision>3</cp:revision>
  <dcterms:created xsi:type="dcterms:W3CDTF">2006-08-16T00:00:00Z</dcterms:created>
  <dcterms:modified xsi:type="dcterms:W3CDTF">2024-11-29T19:57:09Z</dcterms:modified>
  <dc:identifier>DAGUnpWJTwo</dc:identifier>
</cp:coreProperties>
</file>